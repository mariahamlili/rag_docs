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4"/>
  </p:sldMasterIdLst>
  <p:notesMasterIdLst>
    <p:notesMasterId r:id="rId24"/>
  </p:notesMasterIdLst>
  <p:handoutMasterIdLst>
    <p:handoutMasterId r:id="rId25"/>
  </p:handoutMasterIdLst>
  <p:sldIdLst>
    <p:sldId id="266" r:id="rId5"/>
    <p:sldId id="299" r:id="rId6"/>
    <p:sldId id="298" r:id="rId7"/>
    <p:sldId id="300" r:id="rId8"/>
    <p:sldId id="301" r:id="rId9"/>
    <p:sldId id="302" r:id="rId10"/>
    <p:sldId id="303" r:id="rId11"/>
    <p:sldId id="304" r:id="rId12"/>
    <p:sldId id="305" r:id="rId13"/>
    <p:sldId id="306" r:id="rId14"/>
    <p:sldId id="307" r:id="rId15"/>
    <p:sldId id="309" r:id="rId16"/>
    <p:sldId id="308" r:id="rId17"/>
    <p:sldId id="310" r:id="rId18"/>
    <p:sldId id="311" r:id="rId19"/>
    <p:sldId id="315" r:id="rId20"/>
    <p:sldId id="316" r:id="rId21"/>
    <p:sldId id="314" r:id="rId22"/>
    <p:sldId id="312"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5C22AA4-96D5-BB63-BBD3-C74B524EF1C5}" name="Smith, Jess" initials="JS" userId="S::Jess.Smith@aff.gov.au::7cb1c2c4-9085-4381-b8a2-ef2dac399439" providerId="AD"/>
  <p188:author id="{5AB0F0FC-935F-8E4D-C0AC-E4245B962DAF}" name="Somerville, Candice" initials="SC" userId="S::candice.somerville@aff.gov.au::b5c689ff-b24b-4d46-815c-59302341821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7ECED"/>
    <a:srgbClr val="CBD6D8"/>
    <a:srgbClr val="007B84"/>
    <a:srgbClr val="F7A71B"/>
    <a:srgbClr val="C9C198"/>
    <a:srgbClr val="9BB5AA"/>
    <a:srgbClr val="978A7C"/>
    <a:srgbClr val="58611C"/>
    <a:srgbClr val="A7BDB1"/>
    <a:srgbClr val="CAD7D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04BEC3-4A7D-4135-B4E1-7B36AD14EA06}" v="3" dt="2025-11-25T05:35:28.0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372"/>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right, Laurin" userId="S::laurin.wright@aff.gov.au::c1f367b6-ddab-4613-a93e-858762f6d671" providerId="AD" clId="Web-{8E9A72BC-A16E-28BA-982D-57B8948AAA5E}"/>
    <pc:docChg chg="modSld">
      <pc:chgData name="Wright, Laurin" userId="S::laurin.wright@aff.gov.au::c1f367b6-ddab-4613-a93e-858762f6d671" providerId="AD" clId="Web-{8E9A72BC-A16E-28BA-982D-57B8948AAA5E}" dt="2025-07-28T01:56:17.053" v="44" actId="20577"/>
      <pc:docMkLst>
        <pc:docMk/>
      </pc:docMkLst>
      <pc:sldChg chg="modSp">
        <pc:chgData name="Wright, Laurin" userId="S::laurin.wright@aff.gov.au::c1f367b6-ddab-4613-a93e-858762f6d671" providerId="AD" clId="Web-{8E9A72BC-A16E-28BA-982D-57B8948AAA5E}" dt="2025-07-28T01:56:17.053" v="44" actId="20577"/>
        <pc:sldMkLst>
          <pc:docMk/>
          <pc:sldMk cId="756279919" sldId="304"/>
        </pc:sldMkLst>
      </pc:sldChg>
    </pc:docChg>
  </pc:docChgLst>
  <pc:docChgLst>
    <pc:chgData name="Somerville, Candice" userId="S::candice.somerville@aff.gov.au::b5c689ff-b24b-4d46-815c-59302341821e" providerId="AD" clId="Web-{BCD8F8A4-3DBE-4904-AE3B-67422A80B3DF}"/>
    <pc:docChg chg="mod">
      <pc:chgData name="Somerville, Candice" userId="S::candice.somerville@aff.gov.au::b5c689ff-b24b-4d46-815c-59302341821e" providerId="AD" clId="Web-{BCD8F8A4-3DBE-4904-AE3B-67422A80B3DF}" dt="2025-06-27T00:14:53.229" v="0"/>
      <pc:docMkLst>
        <pc:docMk/>
      </pc:docMkLst>
    </pc:docChg>
  </pc:docChgLst>
  <pc:docChgLst>
    <pc:chgData name="Somerville, Candice" userId="b5c689ff-b24b-4d46-815c-59302341821e" providerId="ADAL" clId="{0E4A2AD1-5EF4-4BEF-8DCA-850F057AF314}"/>
    <pc:docChg chg="undo custSel modSld">
      <pc:chgData name="Somerville, Candice" userId="b5c689ff-b24b-4d46-815c-59302341821e" providerId="ADAL" clId="{0E4A2AD1-5EF4-4BEF-8DCA-850F057AF314}" dt="2025-07-22T03:37:23.506" v="11" actId="20577"/>
      <pc:docMkLst>
        <pc:docMk/>
      </pc:docMkLst>
      <pc:sldChg chg="modSp mod">
        <pc:chgData name="Somerville, Candice" userId="b5c689ff-b24b-4d46-815c-59302341821e" providerId="ADAL" clId="{0E4A2AD1-5EF4-4BEF-8DCA-850F057AF314}" dt="2025-07-22T03:36:07.484" v="10" actId="20577"/>
        <pc:sldMkLst>
          <pc:docMk/>
          <pc:sldMk cId="2527791171" sldId="300"/>
        </pc:sldMkLst>
      </pc:sldChg>
      <pc:sldChg chg="modSp mod">
        <pc:chgData name="Somerville, Candice" userId="b5c689ff-b24b-4d46-815c-59302341821e" providerId="ADAL" clId="{0E4A2AD1-5EF4-4BEF-8DCA-850F057AF314}" dt="2025-07-22T03:37:23.506" v="11" actId="20577"/>
        <pc:sldMkLst>
          <pc:docMk/>
          <pc:sldMk cId="2829592381" sldId="303"/>
        </pc:sldMkLst>
      </pc:sldChg>
    </pc:docChg>
  </pc:docChgLst>
  <pc:docChgLst>
    <pc:chgData name="Somerville, Candice" userId="S::candice.somerville@aff.gov.au::b5c689ff-b24b-4d46-815c-59302341821e" providerId="AD" clId="Web-{51A015A8-0B88-2DCC-0AA4-4905C438DA9A}"/>
    <pc:docChg chg="modSld">
      <pc:chgData name="Somerville, Candice" userId="S::candice.somerville@aff.gov.au::b5c689ff-b24b-4d46-815c-59302341821e" providerId="AD" clId="Web-{51A015A8-0B88-2DCC-0AA4-4905C438DA9A}" dt="2025-08-19T01:08:29.753" v="19" actId="20577"/>
      <pc:docMkLst>
        <pc:docMk/>
      </pc:docMkLst>
      <pc:sldChg chg="modSp">
        <pc:chgData name="Somerville, Candice" userId="S::candice.somerville@aff.gov.au::b5c689ff-b24b-4d46-815c-59302341821e" providerId="AD" clId="Web-{51A015A8-0B88-2DCC-0AA4-4905C438DA9A}" dt="2025-08-19T00:40:36.588" v="8" actId="14100"/>
        <pc:sldMkLst>
          <pc:docMk/>
          <pc:sldMk cId="3345030868" sldId="266"/>
        </pc:sldMkLst>
      </pc:sldChg>
      <pc:sldChg chg="modSp">
        <pc:chgData name="Somerville, Candice" userId="S::candice.somerville@aff.gov.au::b5c689ff-b24b-4d46-815c-59302341821e" providerId="AD" clId="Web-{51A015A8-0B88-2DCC-0AA4-4905C438DA9A}" dt="2025-08-19T01:07:45.064" v="10" actId="20577"/>
        <pc:sldMkLst>
          <pc:docMk/>
          <pc:sldMk cId="756279919" sldId="304"/>
        </pc:sldMkLst>
      </pc:sldChg>
      <pc:sldChg chg="modSp">
        <pc:chgData name="Somerville, Candice" userId="S::candice.somerville@aff.gov.au::b5c689ff-b24b-4d46-815c-59302341821e" providerId="AD" clId="Web-{51A015A8-0B88-2DCC-0AA4-4905C438DA9A}" dt="2025-08-19T01:08:29.753" v="19" actId="20577"/>
        <pc:sldMkLst>
          <pc:docMk/>
          <pc:sldMk cId="1415421255" sldId="306"/>
        </pc:sldMkLst>
      </pc:sldChg>
    </pc:docChg>
  </pc:docChgLst>
  <pc:docChgLst>
    <pc:chgData name="Wright, Laurin" userId="c1f367b6-ddab-4613-a93e-858762f6d671" providerId="ADAL" clId="{6BDD0BAE-A1E7-43AF-94C3-73E213AF682E}"/>
    <pc:docChg chg="undo redo custSel addSld delSld modSld sldOrd modMainMaster">
      <pc:chgData name="Wright, Laurin" userId="c1f367b6-ddab-4613-a93e-858762f6d671" providerId="ADAL" clId="{6BDD0BAE-A1E7-43AF-94C3-73E213AF682E}" dt="2025-07-09T05:54:53.902" v="7403" actId="6549"/>
      <pc:docMkLst>
        <pc:docMk/>
      </pc:docMkLst>
      <pc:sldChg chg="addSp delSp modSp del mod ord">
        <pc:chgData name="Wright, Laurin" userId="c1f367b6-ddab-4613-a93e-858762f6d671" providerId="ADAL" clId="{6BDD0BAE-A1E7-43AF-94C3-73E213AF682E}" dt="2025-06-26T01:30:35.836" v="642" actId="2696"/>
        <pc:sldMkLst>
          <pc:docMk/>
          <pc:sldMk cId="1524241327" sldId="264"/>
        </pc:sldMkLst>
      </pc:sldChg>
      <pc:sldChg chg="addSp delSp modSp mod">
        <pc:chgData name="Wright, Laurin" userId="c1f367b6-ddab-4613-a93e-858762f6d671" providerId="ADAL" clId="{6BDD0BAE-A1E7-43AF-94C3-73E213AF682E}" dt="2025-06-26T01:07:23.770" v="122" actId="6549"/>
        <pc:sldMkLst>
          <pc:docMk/>
          <pc:sldMk cId="3345030868" sldId="266"/>
        </pc:sldMkLst>
      </pc:sldChg>
      <pc:sldChg chg="del">
        <pc:chgData name="Wright, Laurin" userId="c1f367b6-ddab-4613-a93e-858762f6d671" providerId="ADAL" clId="{6BDD0BAE-A1E7-43AF-94C3-73E213AF682E}" dt="2025-06-26T05:57:28.946" v="3933" actId="2696"/>
        <pc:sldMkLst>
          <pc:docMk/>
          <pc:sldMk cId="3158961523" sldId="269"/>
        </pc:sldMkLst>
      </pc:sldChg>
      <pc:sldChg chg="addSp delSp modSp del mod">
        <pc:chgData name="Wright, Laurin" userId="c1f367b6-ddab-4613-a93e-858762f6d671" providerId="ADAL" clId="{6BDD0BAE-A1E7-43AF-94C3-73E213AF682E}" dt="2025-06-26T03:36:24.256" v="1893" actId="2696"/>
        <pc:sldMkLst>
          <pc:docMk/>
          <pc:sldMk cId="1798417670" sldId="270"/>
        </pc:sldMkLst>
      </pc:sldChg>
      <pc:sldChg chg="del">
        <pc:chgData name="Wright, Laurin" userId="c1f367b6-ddab-4613-a93e-858762f6d671" providerId="ADAL" clId="{6BDD0BAE-A1E7-43AF-94C3-73E213AF682E}" dt="2025-06-26T05:56:57.886" v="3925" actId="2696"/>
        <pc:sldMkLst>
          <pc:docMk/>
          <pc:sldMk cId="1497461298" sldId="271"/>
        </pc:sldMkLst>
      </pc:sldChg>
      <pc:sldChg chg="del">
        <pc:chgData name="Wright, Laurin" userId="c1f367b6-ddab-4613-a93e-858762f6d671" providerId="ADAL" clId="{6BDD0BAE-A1E7-43AF-94C3-73E213AF682E}" dt="2025-06-26T05:57:09.254" v="3928" actId="2696"/>
        <pc:sldMkLst>
          <pc:docMk/>
          <pc:sldMk cId="642275749" sldId="272"/>
        </pc:sldMkLst>
      </pc:sldChg>
      <pc:sldChg chg="del">
        <pc:chgData name="Wright, Laurin" userId="c1f367b6-ddab-4613-a93e-858762f6d671" providerId="ADAL" clId="{6BDD0BAE-A1E7-43AF-94C3-73E213AF682E}" dt="2025-06-26T05:57:15.735" v="3930" actId="2696"/>
        <pc:sldMkLst>
          <pc:docMk/>
          <pc:sldMk cId="1397027611" sldId="273"/>
        </pc:sldMkLst>
      </pc:sldChg>
      <pc:sldChg chg="del">
        <pc:chgData name="Wright, Laurin" userId="c1f367b6-ddab-4613-a93e-858762f6d671" providerId="ADAL" clId="{6BDD0BAE-A1E7-43AF-94C3-73E213AF682E}" dt="2025-06-26T05:57:18.565" v="3931" actId="2696"/>
        <pc:sldMkLst>
          <pc:docMk/>
          <pc:sldMk cId="2333297137" sldId="274"/>
        </pc:sldMkLst>
      </pc:sldChg>
      <pc:sldChg chg="del">
        <pc:chgData name="Wright, Laurin" userId="c1f367b6-ddab-4613-a93e-858762f6d671" providerId="ADAL" clId="{6BDD0BAE-A1E7-43AF-94C3-73E213AF682E}" dt="2025-06-26T05:58:08.355" v="3940" actId="2696"/>
        <pc:sldMkLst>
          <pc:docMk/>
          <pc:sldMk cId="1753381654" sldId="277"/>
        </pc:sldMkLst>
      </pc:sldChg>
      <pc:sldChg chg="del">
        <pc:chgData name="Wright, Laurin" userId="c1f367b6-ddab-4613-a93e-858762f6d671" providerId="ADAL" clId="{6BDD0BAE-A1E7-43AF-94C3-73E213AF682E}" dt="2025-06-26T05:57:51.300" v="3935" actId="2696"/>
        <pc:sldMkLst>
          <pc:docMk/>
          <pc:sldMk cId="4239437189" sldId="280"/>
        </pc:sldMkLst>
      </pc:sldChg>
      <pc:sldChg chg="del">
        <pc:chgData name="Wright, Laurin" userId="c1f367b6-ddab-4613-a93e-858762f6d671" providerId="ADAL" clId="{6BDD0BAE-A1E7-43AF-94C3-73E213AF682E}" dt="2025-06-26T05:58:36.719" v="3942" actId="2696"/>
        <pc:sldMkLst>
          <pc:docMk/>
          <pc:sldMk cId="3067155776" sldId="281"/>
        </pc:sldMkLst>
      </pc:sldChg>
      <pc:sldChg chg="del">
        <pc:chgData name="Wright, Laurin" userId="c1f367b6-ddab-4613-a93e-858762f6d671" providerId="ADAL" clId="{6BDD0BAE-A1E7-43AF-94C3-73E213AF682E}" dt="2025-06-26T05:58:01.916" v="3939" actId="2696"/>
        <pc:sldMkLst>
          <pc:docMk/>
          <pc:sldMk cId="1224973171" sldId="282"/>
        </pc:sldMkLst>
      </pc:sldChg>
      <pc:sldChg chg="del">
        <pc:chgData name="Wright, Laurin" userId="c1f367b6-ddab-4613-a93e-858762f6d671" providerId="ADAL" clId="{6BDD0BAE-A1E7-43AF-94C3-73E213AF682E}" dt="2025-06-26T05:58:21.403" v="3941" actId="2696"/>
        <pc:sldMkLst>
          <pc:docMk/>
          <pc:sldMk cId="981561717" sldId="283"/>
        </pc:sldMkLst>
      </pc:sldChg>
      <pc:sldChg chg="del">
        <pc:chgData name="Wright, Laurin" userId="c1f367b6-ddab-4613-a93e-858762f6d671" providerId="ADAL" clId="{6BDD0BAE-A1E7-43AF-94C3-73E213AF682E}" dt="2025-06-26T05:57:56.450" v="3937" actId="2696"/>
        <pc:sldMkLst>
          <pc:docMk/>
          <pc:sldMk cId="1152441406" sldId="284"/>
        </pc:sldMkLst>
      </pc:sldChg>
      <pc:sldChg chg="addSp delSp modSp del mod">
        <pc:chgData name="Wright, Laurin" userId="c1f367b6-ddab-4613-a93e-858762f6d671" providerId="ADAL" clId="{6BDD0BAE-A1E7-43AF-94C3-73E213AF682E}" dt="2025-06-26T05:57:00.857" v="3926" actId="2696"/>
        <pc:sldMkLst>
          <pc:docMk/>
          <pc:sldMk cId="941952156" sldId="286"/>
        </pc:sldMkLst>
      </pc:sldChg>
      <pc:sldChg chg="addSp modSp del">
        <pc:chgData name="Wright, Laurin" userId="c1f367b6-ddab-4613-a93e-858762f6d671" providerId="ADAL" clId="{6BDD0BAE-A1E7-43AF-94C3-73E213AF682E}" dt="2025-06-26T05:57:05.917" v="3927" actId="2696"/>
        <pc:sldMkLst>
          <pc:docMk/>
          <pc:sldMk cId="3938357871" sldId="287"/>
        </pc:sldMkLst>
      </pc:sldChg>
      <pc:sldChg chg="delSp del mod">
        <pc:chgData name="Wright, Laurin" userId="c1f367b6-ddab-4613-a93e-858762f6d671" providerId="ADAL" clId="{6BDD0BAE-A1E7-43AF-94C3-73E213AF682E}" dt="2025-06-26T01:08:24.520" v="126" actId="2696"/>
        <pc:sldMkLst>
          <pc:docMk/>
          <pc:sldMk cId="437096033" sldId="288"/>
        </pc:sldMkLst>
      </pc:sldChg>
      <pc:sldChg chg="addSp delSp modSp del mod">
        <pc:chgData name="Wright, Laurin" userId="c1f367b6-ddab-4613-a93e-858762f6d671" providerId="ADAL" clId="{6BDD0BAE-A1E7-43AF-94C3-73E213AF682E}" dt="2025-06-26T01:33:48.973" v="703" actId="2696"/>
        <pc:sldMkLst>
          <pc:docMk/>
          <pc:sldMk cId="4101984045" sldId="289"/>
        </pc:sldMkLst>
      </pc:sldChg>
      <pc:sldChg chg="addSp delSp modSp del mod ord">
        <pc:chgData name="Wright, Laurin" userId="c1f367b6-ddab-4613-a93e-858762f6d671" providerId="ADAL" clId="{6BDD0BAE-A1E7-43AF-94C3-73E213AF682E}" dt="2025-06-26T01:25:38.623" v="625" actId="2696"/>
        <pc:sldMkLst>
          <pc:docMk/>
          <pc:sldMk cId="3673748841" sldId="290"/>
        </pc:sldMkLst>
      </pc:sldChg>
      <pc:sldChg chg="del">
        <pc:chgData name="Wright, Laurin" userId="c1f367b6-ddab-4613-a93e-858762f6d671" providerId="ADAL" clId="{6BDD0BAE-A1E7-43AF-94C3-73E213AF682E}" dt="2025-06-26T01:09:28.774" v="134" actId="2696"/>
        <pc:sldMkLst>
          <pc:docMk/>
          <pc:sldMk cId="1747042813" sldId="292"/>
        </pc:sldMkLst>
      </pc:sldChg>
      <pc:sldChg chg="del">
        <pc:chgData name="Wright, Laurin" userId="c1f367b6-ddab-4613-a93e-858762f6d671" providerId="ADAL" clId="{6BDD0BAE-A1E7-43AF-94C3-73E213AF682E}" dt="2025-06-26T05:57:59.316" v="3938" actId="2696"/>
        <pc:sldMkLst>
          <pc:docMk/>
          <pc:sldMk cId="3096161656" sldId="293"/>
        </pc:sldMkLst>
      </pc:sldChg>
      <pc:sldChg chg="del">
        <pc:chgData name="Wright, Laurin" userId="c1f367b6-ddab-4613-a93e-858762f6d671" providerId="ADAL" clId="{6BDD0BAE-A1E7-43AF-94C3-73E213AF682E}" dt="2025-06-26T05:57:53.801" v="3936" actId="2696"/>
        <pc:sldMkLst>
          <pc:docMk/>
          <pc:sldMk cId="2582088229" sldId="294"/>
        </pc:sldMkLst>
      </pc:sldChg>
      <pc:sldChg chg="del">
        <pc:chgData name="Wright, Laurin" userId="c1f367b6-ddab-4613-a93e-858762f6d671" providerId="ADAL" clId="{6BDD0BAE-A1E7-43AF-94C3-73E213AF682E}" dt="2025-06-26T05:57:35.237" v="3934" actId="2696"/>
        <pc:sldMkLst>
          <pc:docMk/>
          <pc:sldMk cId="336927720" sldId="295"/>
        </pc:sldMkLst>
      </pc:sldChg>
      <pc:sldChg chg="del">
        <pc:chgData name="Wright, Laurin" userId="c1f367b6-ddab-4613-a93e-858762f6d671" providerId="ADAL" clId="{6BDD0BAE-A1E7-43AF-94C3-73E213AF682E}" dt="2025-06-26T05:57:24.609" v="3932" actId="2696"/>
        <pc:sldMkLst>
          <pc:docMk/>
          <pc:sldMk cId="489779873" sldId="296"/>
        </pc:sldMkLst>
      </pc:sldChg>
      <pc:sldChg chg="del">
        <pc:chgData name="Wright, Laurin" userId="c1f367b6-ddab-4613-a93e-858762f6d671" providerId="ADAL" clId="{6BDD0BAE-A1E7-43AF-94C3-73E213AF682E}" dt="2025-06-26T05:57:12.497" v="3929" actId="2696"/>
        <pc:sldMkLst>
          <pc:docMk/>
          <pc:sldMk cId="3861270048" sldId="297"/>
        </pc:sldMkLst>
      </pc:sldChg>
      <pc:sldChg chg="del">
        <pc:chgData name="Wright, Laurin" userId="c1f367b6-ddab-4613-a93e-858762f6d671" providerId="ADAL" clId="{6BDD0BAE-A1E7-43AF-94C3-73E213AF682E}" dt="2025-06-26T01:08:52.702" v="129" actId="2696"/>
        <pc:sldMkLst>
          <pc:docMk/>
          <pc:sldMk cId="940988892" sldId="298"/>
        </pc:sldMkLst>
      </pc:sldChg>
      <pc:sldChg chg="add del ord">
        <pc:chgData name="Wright, Laurin" userId="c1f367b6-ddab-4613-a93e-858762f6d671" providerId="ADAL" clId="{6BDD0BAE-A1E7-43AF-94C3-73E213AF682E}" dt="2025-06-26T01:25:42.795" v="626" actId="2696"/>
        <pc:sldMkLst>
          <pc:docMk/>
          <pc:sldMk cId="1355508241" sldId="298"/>
        </pc:sldMkLst>
      </pc:sldChg>
      <pc:sldChg chg="addSp delSp modSp add mod modClrScheme chgLayout">
        <pc:chgData name="Wright, Laurin" userId="c1f367b6-ddab-4613-a93e-858762f6d671" providerId="ADAL" clId="{6BDD0BAE-A1E7-43AF-94C3-73E213AF682E}" dt="2025-07-09T05:46:05.141" v="7256" actId="2062"/>
        <pc:sldMkLst>
          <pc:docMk/>
          <pc:sldMk cId="3601899796" sldId="298"/>
        </pc:sldMkLst>
      </pc:sldChg>
      <pc:sldChg chg="addSp delSp modSp add mod ord">
        <pc:chgData name="Wright, Laurin" userId="c1f367b6-ddab-4613-a93e-858762f6d671" providerId="ADAL" clId="{6BDD0BAE-A1E7-43AF-94C3-73E213AF682E}" dt="2025-07-09T05:47:30.050" v="7268" actId="1036"/>
        <pc:sldMkLst>
          <pc:docMk/>
          <pc:sldMk cId="2379415792" sldId="299"/>
        </pc:sldMkLst>
      </pc:sldChg>
      <pc:sldChg chg="del">
        <pc:chgData name="Wright, Laurin" userId="c1f367b6-ddab-4613-a93e-858762f6d671" providerId="ADAL" clId="{6BDD0BAE-A1E7-43AF-94C3-73E213AF682E}" dt="2025-06-26T01:08:46.131" v="128" actId="2696"/>
        <pc:sldMkLst>
          <pc:docMk/>
          <pc:sldMk cId="3604255565" sldId="299"/>
        </pc:sldMkLst>
      </pc:sldChg>
      <pc:sldChg chg="del">
        <pc:chgData name="Wright, Laurin" userId="c1f367b6-ddab-4613-a93e-858762f6d671" providerId="ADAL" clId="{6BDD0BAE-A1E7-43AF-94C3-73E213AF682E}" dt="2025-06-26T01:08:56.943" v="130" actId="2696"/>
        <pc:sldMkLst>
          <pc:docMk/>
          <pc:sldMk cId="235514818" sldId="300"/>
        </pc:sldMkLst>
      </pc:sldChg>
      <pc:sldChg chg="addSp delSp modSp add mod">
        <pc:chgData name="Wright, Laurin" userId="c1f367b6-ddab-4613-a93e-858762f6d671" providerId="ADAL" clId="{6BDD0BAE-A1E7-43AF-94C3-73E213AF682E}" dt="2025-07-09T05:54:53.902" v="7403" actId="6549"/>
        <pc:sldMkLst>
          <pc:docMk/>
          <pc:sldMk cId="2527791171" sldId="300"/>
        </pc:sldMkLst>
      </pc:sldChg>
      <pc:sldChg chg="del">
        <pc:chgData name="Wright, Laurin" userId="c1f367b6-ddab-4613-a93e-858762f6d671" providerId="ADAL" clId="{6BDD0BAE-A1E7-43AF-94C3-73E213AF682E}" dt="2025-06-26T01:08:59.384" v="131" actId="2696"/>
        <pc:sldMkLst>
          <pc:docMk/>
          <pc:sldMk cId="2566134161" sldId="301"/>
        </pc:sldMkLst>
      </pc:sldChg>
      <pc:sldChg chg="addSp delSp modSp add mod">
        <pc:chgData name="Wright, Laurin" userId="c1f367b6-ddab-4613-a93e-858762f6d671" providerId="ADAL" clId="{6BDD0BAE-A1E7-43AF-94C3-73E213AF682E}" dt="2025-06-26T04:42:18.479" v="2246" actId="688"/>
        <pc:sldMkLst>
          <pc:docMk/>
          <pc:sldMk cId="3689142773" sldId="301"/>
        </pc:sldMkLst>
      </pc:sldChg>
      <pc:sldChg chg="addSp delSp modSp add mod ord">
        <pc:chgData name="Wright, Laurin" userId="c1f367b6-ddab-4613-a93e-858762f6d671" providerId="ADAL" clId="{6BDD0BAE-A1E7-43AF-94C3-73E213AF682E}" dt="2025-07-09T05:54:25.702" v="7401" actId="1076"/>
        <pc:sldMkLst>
          <pc:docMk/>
          <pc:sldMk cId="2084082279" sldId="302"/>
        </pc:sldMkLst>
      </pc:sldChg>
      <pc:sldChg chg="delSp del mod">
        <pc:chgData name="Wright, Laurin" userId="c1f367b6-ddab-4613-a93e-858762f6d671" providerId="ADAL" clId="{6BDD0BAE-A1E7-43AF-94C3-73E213AF682E}" dt="2025-06-26T01:10:15.742" v="137" actId="2696"/>
        <pc:sldMkLst>
          <pc:docMk/>
          <pc:sldMk cId="2180341179" sldId="302"/>
        </pc:sldMkLst>
      </pc:sldChg>
      <pc:sldChg chg="del">
        <pc:chgData name="Wright, Laurin" userId="c1f367b6-ddab-4613-a93e-858762f6d671" providerId="ADAL" clId="{6BDD0BAE-A1E7-43AF-94C3-73E213AF682E}" dt="2025-06-26T01:09:45.121" v="135" actId="2696"/>
        <pc:sldMkLst>
          <pc:docMk/>
          <pc:sldMk cId="1920138347" sldId="303"/>
        </pc:sldMkLst>
      </pc:sldChg>
      <pc:sldChg chg="addSp delSp modSp add mod ord">
        <pc:chgData name="Wright, Laurin" userId="c1f367b6-ddab-4613-a93e-858762f6d671" providerId="ADAL" clId="{6BDD0BAE-A1E7-43AF-94C3-73E213AF682E}" dt="2025-07-09T05:24:06.578" v="7096" actId="20577"/>
        <pc:sldMkLst>
          <pc:docMk/>
          <pc:sldMk cId="2829592381" sldId="303"/>
        </pc:sldMkLst>
      </pc:sldChg>
      <pc:sldChg chg="addSp delSp modSp add mod ord">
        <pc:chgData name="Wright, Laurin" userId="c1f367b6-ddab-4613-a93e-858762f6d671" providerId="ADAL" clId="{6BDD0BAE-A1E7-43AF-94C3-73E213AF682E}" dt="2025-07-09T05:52:37.146" v="7361"/>
        <pc:sldMkLst>
          <pc:docMk/>
          <pc:sldMk cId="756279919" sldId="304"/>
        </pc:sldMkLst>
      </pc:sldChg>
      <pc:sldChg chg="del">
        <pc:chgData name="Wright, Laurin" userId="c1f367b6-ddab-4613-a93e-858762f6d671" providerId="ADAL" clId="{6BDD0BAE-A1E7-43AF-94C3-73E213AF682E}" dt="2025-06-26T01:08:40.558" v="127" actId="2696"/>
        <pc:sldMkLst>
          <pc:docMk/>
          <pc:sldMk cId="2102504058" sldId="304"/>
        </pc:sldMkLst>
      </pc:sldChg>
      <pc:sldChg chg="addSp delSp modSp add mod ord">
        <pc:chgData name="Wright, Laurin" userId="c1f367b6-ddab-4613-a93e-858762f6d671" providerId="ADAL" clId="{6BDD0BAE-A1E7-43AF-94C3-73E213AF682E}" dt="2025-07-09T05:25:29.851" v="7108" actId="688"/>
        <pc:sldMkLst>
          <pc:docMk/>
          <pc:sldMk cId="2128672186" sldId="305"/>
        </pc:sldMkLst>
      </pc:sldChg>
      <pc:sldChg chg="modSp add mod ord">
        <pc:chgData name="Wright, Laurin" userId="c1f367b6-ddab-4613-a93e-858762f6d671" providerId="ADAL" clId="{6BDD0BAE-A1E7-43AF-94C3-73E213AF682E}" dt="2025-06-26T05:41:30.814" v="3705" actId="114"/>
        <pc:sldMkLst>
          <pc:docMk/>
          <pc:sldMk cId="1415421255" sldId="306"/>
        </pc:sldMkLst>
      </pc:sldChg>
      <pc:sldChg chg="addSp delSp modSp add mod ord">
        <pc:chgData name="Wright, Laurin" userId="c1f367b6-ddab-4613-a93e-858762f6d671" providerId="ADAL" clId="{6BDD0BAE-A1E7-43AF-94C3-73E213AF682E}" dt="2025-07-08T04:47:54.029" v="6490" actId="20577"/>
        <pc:sldMkLst>
          <pc:docMk/>
          <pc:sldMk cId="3525082115" sldId="307"/>
        </pc:sldMkLst>
      </pc:sldChg>
      <pc:sldChg chg="addSp delSp modSp add mod ord">
        <pc:chgData name="Wright, Laurin" userId="c1f367b6-ddab-4613-a93e-858762f6d671" providerId="ADAL" clId="{6BDD0BAE-A1E7-43AF-94C3-73E213AF682E}" dt="2025-06-26T23:17:04.532" v="4664" actId="1076"/>
        <pc:sldMkLst>
          <pc:docMk/>
          <pc:sldMk cId="1546665507" sldId="308"/>
        </pc:sldMkLst>
      </pc:sldChg>
      <pc:sldChg chg="addSp delSp modSp add mod ord">
        <pc:chgData name="Wright, Laurin" userId="c1f367b6-ddab-4613-a93e-858762f6d671" providerId="ADAL" clId="{6BDD0BAE-A1E7-43AF-94C3-73E213AF682E}" dt="2025-06-26T23:18:27.335" v="4665" actId="1076"/>
        <pc:sldMkLst>
          <pc:docMk/>
          <pc:sldMk cId="964076493" sldId="309"/>
        </pc:sldMkLst>
      </pc:sldChg>
      <pc:sldChg chg="add del">
        <pc:chgData name="Wright, Laurin" userId="c1f367b6-ddab-4613-a93e-858762f6d671" providerId="ADAL" clId="{6BDD0BAE-A1E7-43AF-94C3-73E213AF682E}" dt="2025-06-26T23:16:38.283" v="4659" actId="2696"/>
        <pc:sldMkLst>
          <pc:docMk/>
          <pc:sldMk cId="1522685118" sldId="310"/>
        </pc:sldMkLst>
      </pc:sldChg>
      <pc:sldChg chg="addSp delSp modSp add mod ord">
        <pc:chgData name="Wright, Laurin" userId="c1f367b6-ddab-4613-a93e-858762f6d671" providerId="ADAL" clId="{6BDD0BAE-A1E7-43AF-94C3-73E213AF682E}" dt="2025-06-26T23:29:37.069" v="4930" actId="1036"/>
        <pc:sldMkLst>
          <pc:docMk/>
          <pc:sldMk cId="2997625889" sldId="310"/>
        </pc:sldMkLst>
      </pc:sldChg>
      <pc:sldChg chg="addSp delSp modSp add mod ord">
        <pc:chgData name="Wright, Laurin" userId="c1f367b6-ddab-4613-a93e-858762f6d671" providerId="ADAL" clId="{6BDD0BAE-A1E7-43AF-94C3-73E213AF682E}" dt="2025-07-09T05:26:24.357" v="7112" actId="1076"/>
        <pc:sldMkLst>
          <pc:docMk/>
          <pc:sldMk cId="2185852328" sldId="311"/>
        </pc:sldMkLst>
      </pc:sldChg>
      <pc:sldChg chg="addSp delSp modSp add del mod ord">
        <pc:chgData name="Wright, Laurin" userId="c1f367b6-ddab-4613-a93e-858762f6d671" providerId="ADAL" clId="{6BDD0BAE-A1E7-43AF-94C3-73E213AF682E}" dt="2025-07-09T05:26:55.038" v="7115" actId="688"/>
        <pc:sldMkLst>
          <pc:docMk/>
          <pc:sldMk cId="3652306600" sldId="312"/>
        </pc:sldMkLst>
      </pc:sldChg>
      <pc:sldChg chg="addSp delSp modSp add del mod ord">
        <pc:chgData name="Wright, Laurin" userId="c1f367b6-ddab-4613-a93e-858762f6d671" providerId="ADAL" clId="{6BDD0BAE-A1E7-43AF-94C3-73E213AF682E}" dt="2025-06-26T23:58:03.698" v="5747" actId="2696"/>
        <pc:sldMkLst>
          <pc:docMk/>
          <pc:sldMk cId="2455851065" sldId="313"/>
        </pc:sldMkLst>
      </pc:sldChg>
      <pc:sldChg chg="addSp delSp modSp add mod">
        <pc:chgData name="Wright, Laurin" userId="c1f367b6-ddab-4613-a93e-858762f6d671" providerId="ADAL" clId="{6BDD0BAE-A1E7-43AF-94C3-73E213AF682E}" dt="2025-07-09T02:47:14.381" v="6829" actId="948"/>
        <pc:sldMkLst>
          <pc:docMk/>
          <pc:sldMk cId="4159958221" sldId="314"/>
        </pc:sldMkLst>
      </pc:sldChg>
      <pc:sldChg chg="modSp add mod ord">
        <pc:chgData name="Wright, Laurin" userId="c1f367b6-ddab-4613-a93e-858762f6d671" providerId="ADAL" clId="{6BDD0BAE-A1E7-43AF-94C3-73E213AF682E}" dt="2025-07-09T05:26:39.950" v="7114" actId="1076"/>
        <pc:sldMkLst>
          <pc:docMk/>
          <pc:sldMk cId="857633962" sldId="315"/>
        </pc:sldMkLst>
      </pc:sldChg>
      <pc:sldChg chg="addSp delSp modSp add mod ord">
        <pc:chgData name="Wright, Laurin" userId="c1f367b6-ddab-4613-a93e-858762f6d671" providerId="ADAL" clId="{6BDD0BAE-A1E7-43AF-94C3-73E213AF682E}" dt="2025-07-09T02:39:26.236" v="6743" actId="1076"/>
        <pc:sldMkLst>
          <pc:docMk/>
          <pc:sldMk cId="1176029399" sldId="316"/>
        </pc:sldMkLst>
      </pc:sldChg>
      <pc:sldMasterChg chg="modSldLayout">
        <pc:chgData name="Wright, Laurin" userId="c1f367b6-ddab-4613-a93e-858762f6d671" providerId="ADAL" clId="{6BDD0BAE-A1E7-43AF-94C3-73E213AF682E}" dt="2025-06-26T01:29:55.939" v="638" actId="478"/>
        <pc:sldMasterMkLst>
          <pc:docMk/>
          <pc:sldMasterMk cId="3952524912" sldId="2147483673"/>
        </pc:sldMasterMkLst>
        <pc:sldLayoutChg chg="addSp delSp mod">
          <pc:chgData name="Wright, Laurin" userId="c1f367b6-ddab-4613-a93e-858762f6d671" providerId="ADAL" clId="{6BDD0BAE-A1E7-43AF-94C3-73E213AF682E}" dt="2025-06-26T01:29:55.939" v="638" actId="478"/>
          <pc:sldLayoutMkLst>
            <pc:docMk/>
            <pc:sldMasterMk cId="3952524912" sldId="2147483673"/>
            <pc:sldLayoutMk cId="3047104652" sldId="2147483685"/>
          </pc:sldLayoutMkLst>
        </pc:sldLayoutChg>
        <pc:sldLayoutChg chg="modSp mod">
          <pc:chgData name="Wright, Laurin" userId="c1f367b6-ddab-4613-a93e-858762f6d671" providerId="ADAL" clId="{6BDD0BAE-A1E7-43AF-94C3-73E213AF682E}" dt="2025-06-26T01:27:28.724" v="628" actId="1076"/>
          <pc:sldLayoutMkLst>
            <pc:docMk/>
            <pc:sldMasterMk cId="3952524912" sldId="2147483673"/>
            <pc:sldLayoutMk cId="356288283" sldId="2147483690"/>
          </pc:sldLayoutMkLst>
        </pc:sldLayoutChg>
      </pc:sldMasterChg>
    </pc:docChg>
  </pc:docChgLst>
  <pc:docChgLst>
    <pc:chgData name="Wright, Laurin" userId="S::laurin.wright@aff.gov.au::c1f367b6-ddab-4613-a93e-858762f6d671" providerId="AD" clId="Web-{6F86EC8F-1CCB-96D0-D3FD-8EECE4E57772}"/>
    <pc:docChg chg="modSld">
      <pc:chgData name="Wright, Laurin" userId="S::laurin.wright@aff.gov.au::c1f367b6-ddab-4613-a93e-858762f6d671" providerId="AD" clId="Web-{6F86EC8F-1CCB-96D0-D3FD-8EECE4E57772}" dt="2025-07-28T01:57:40.999" v="1" actId="20577"/>
      <pc:docMkLst>
        <pc:docMk/>
      </pc:docMkLst>
      <pc:sldChg chg="modSp">
        <pc:chgData name="Wright, Laurin" userId="S::laurin.wright@aff.gov.au::c1f367b6-ddab-4613-a93e-858762f6d671" providerId="AD" clId="Web-{6F86EC8F-1CCB-96D0-D3FD-8EECE4E57772}" dt="2025-07-28T01:57:40.999" v="1" actId="20577"/>
        <pc:sldMkLst>
          <pc:docMk/>
          <pc:sldMk cId="2128672186" sldId="305"/>
        </pc:sldMkLst>
      </pc:sldChg>
    </pc:docChg>
  </pc:docChgLst>
  <pc:docChgLst>
    <pc:chgData name="Wright, Laurin" userId="S::laurin.wright@aff.gov.au::c1f367b6-ddab-4613-a93e-858762f6d671" providerId="AD" clId="Web-{F3D9BDFC-AE76-49AE-B7EF-5BF0F1D363BB}"/>
    <pc:docChg chg="modSld">
      <pc:chgData name="Wright, Laurin" userId="S::laurin.wright@aff.gov.au::c1f367b6-ddab-4613-a93e-858762f6d671" providerId="AD" clId="Web-{F3D9BDFC-AE76-49AE-B7EF-5BF0F1D363BB}" dt="2025-07-28T01:47:19.739" v="8" actId="20577"/>
      <pc:docMkLst>
        <pc:docMk/>
      </pc:docMkLst>
      <pc:sldChg chg="modSp">
        <pc:chgData name="Wright, Laurin" userId="S::laurin.wright@aff.gov.au::c1f367b6-ddab-4613-a93e-858762f6d671" providerId="AD" clId="Web-{F3D9BDFC-AE76-49AE-B7EF-5BF0F1D363BB}" dt="2025-07-28T01:47:19.739" v="8" actId="20577"/>
        <pc:sldMkLst>
          <pc:docMk/>
          <pc:sldMk cId="2084082279" sldId="302"/>
        </pc:sldMkLst>
      </pc:sldChg>
    </pc:docChg>
  </pc:docChgLst>
  <pc:docChgLst>
    <pc:chgData name="Wright, Laurin" userId="S::laurin.wright@aff.gov.au::c1f367b6-ddab-4613-a93e-858762f6d671" providerId="AD" clId="Web-{D993D14D-1F03-2174-DC6F-9CD40C06A340}"/>
    <pc:docChg chg="modSld">
      <pc:chgData name="Wright, Laurin" userId="S::laurin.wright@aff.gov.au::c1f367b6-ddab-4613-a93e-858762f6d671" providerId="AD" clId="Web-{D993D14D-1F03-2174-DC6F-9CD40C06A340}" dt="2025-07-28T03:02:54.765" v="10" actId="20577"/>
      <pc:docMkLst>
        <pc:docMk/>
      </pc:docMkLst>
      <pc:sldChg chg="modSp">
        <pc:chgData name="Wright, Laurin" userId="S::laurin.wright@aff.gov.au::c1f367b6-ddab-4613-a93e-858762f6d671" providerId="AD" clId="Web-{D993D14D-1F03-2174-DC6F-9CD40C06A340}" dt="2025-07-28T03:02:54.765" v="10" actId="20577"/>
        <pc:sldMkLst>
          <pc:docMk/>
          <pc:sldMk cId="3652306600" sldId="312"/>
        </pc:sldMkLst>
      </pc:sldChg>
    </pc:docChg>
  </pc:docChgLst>
  <pc:docChgLst>
    <pc:chgData name="Wright, Laurin" userId="S::laurin.wright@aff.gov.au::c1f367b6-ddab-4613-a93e-858762f6d671" providerId="AD" clId="Web-{D5354C2B-552D-E295-7019-D0B8A4FDF5FF}"/>
    <pc:docChg chg="modSld">
      <pc:chgData name="Wright, Laurin" userId="S::laurin.wright@aff.gov.au::c1f367b6-ddab-4613-a93e-858762f6d671" providerId="AD" clId="Web-{D5354C2B-552D-E295-7019-D0B8A4FDF5FF}" dt="2025-06-27T00:22:59.812" v="11" actId="20577"/>
      <pc:docMkLst>
        <pc:docMk/>
      </pc:docMkLst>
      <pc:sldChg chg="modSp">
        <pc:chgData name="Wright, Laurin" userId="S::laurin.wright@aff.gov.au::c1f367b6-ddab-4613-a93e-858762f6d671" providerId="AD" clId="Web-{D5354C2B-552D-E295-7019-D0B8A4FDF5FF}" dt="2025-06-27T00:22:42.326" v="3" actId="20577"/>
        <pc:sldMkLst>
          <pc:docMk/>
          <pc:sldMk cId="3601899796" sldId="298"/>
        </pc:sldMkLst>
      </pc:sldChg>
      <pc:sldChg chg="modSp modCm">
        <pc:chgData name="Wright, Laurin" userId="S::laurin.wright@aff.gov.au::c1f367b6-ddab-4613-a93e-858762f6d671" providerId="AD" clId="Web-{D5354C2B-552D-E295-7019-D0B8A4FDF5FF}" dt="2025-06-27T00:22:51.827" v="7" actId="20577"/>
        <pc:sldMkLst>
          <pc:docMk/>
          <pc:sldMk cId="2527791171" sldId="300"/>
        </pc:sldMkLst>
        <pc:extLst>
          <p:ext xmlns:p="http://schemas.openxmlformats.org/presentationml/2006/main" uri="{D6D511B9-2390-475A-947B-AFAB55BFBCF1}">
            <pc226:cmChg xmlns:pc226="http://schemas.microsoft.com/office/powerpoint/2022/06/main/command" chg="mod">
              <pc226:chgData name="Wright, Laurin" userId="S::laurin.wright@aff.gov.au::c1f367b6-ddab-4613-a93e-858762f6d671" providerId="AD" clId="Web-{D5354C2B-552D-E295-7019-D0B8A4FDF5FF}" dt="2025-06-27T00:22:51.827" v="7" actId="20577"/>
              <pc2:cmMkLst xmlns:pc2="http://schemas.microsoft.com/office/powerpoint/2019/9/main/command">
                <pc:docMk/>
                <pc:sldMk cId="2527791171" sldId="300"/>
                <pc2:cmMk id="{6D40AC4A-BC84-4866-9F5D-CB5EC4476384}"/>
              </pc2:cmMkLst>
            </pc226:cmChg>
          </p:ext>
        </pc:extLst>
      </pc:sldChg>
      <pc:sldChg chg="modSp">
        <pc:chgData name="Wright, Laurin" userId="S::laurin.wright@aff.gov.au::c1f367b6-ddab-4613-a93e-858762f6d671" providerId="AD" clId="Web-{D5354C2B-552D-E295-7019-D0B8A4FDF5FF}" dt="2025-06-27T00:22:59.812" v="11" actId="20577"/>
        <pc:sldMkLst>
          <pc:docMk/>
          <pc:sldMk cId="3689142773" sldId="301"/>
        </pc:sldMkLst>
      </pc:sldChg>
    </pc:docChg>
  </pc:docChgLst>
  <pc:docChgLst>
    <pc:chgData name="Wright, Laurin" userId="c1f367b6-ddab-4613-a93e-858762f6d671" providerId="ADAL" clId="{97CD2084-D5B4-4487-98FF-9A7F9418CD54}"/>
    <pc:docChg chg="undo custSel modSld">
      <pc:chgData name="Wright, Laurin" userId="c1f367b6-ddab-4613-a93e-858762f6d671" providerId="ADAL" clId="{97CD2084-D5B4-4487-98FF-9A7F9418CD54}" dt="2025-07-28T01:56:40.989" v="120" actId="948"/>
      <pc:docMkLst>
        <pc:docMk/>
      </pc:docMkLst>
      <pc:sldChg chg="modSp mod">
        <pc:chgData name="Wright, Laurin" userId="c1f367b6-ddab-4613-a93e-858762f6d671" providerId="ADAL" clId="{97CD2084-D5B4-4487-98FF-9A7F9418CD54}" dt="2025-07-24T03:01:41.065" v="41" actId="20577"/>
        <pc:sldMkLst>
          <pc:docMk/>
          <pc:sldMk cId="3345030868" sldId="266"/>
        </pc:sldMkLst>
      </pc:sldChg>
      <pc:sldChg chg="modSp mod">
        <pc:chgData name="Wright, Laurin" userId="c1f367b6-ddab-4613-a93e-858762f6d671" providerId="ADAL" clId="{97CD2084-D5B4-4487-98FF-9A7F9418CD54}" dt="2025-07-24T03:03:44.414" v="42" actId="404"/>
        <pc:sldMkLst>
          <pc:docMk/>
          <pc:sldMk cId="3601899796" sldId="298"/>
        </pc:sldMkLst>
      </pc:sldChg>
      <pc:sldChg chg="modSp mod">
        <pc:chgData name="Wright, Laurin" userId="c1f367b6-ddab-4613-a93e-858762f6d671" providerId="ADAL" clId="{97CD2084-D5B4-4487-98FF-9A7F9418CD54}" dt="2025-07-24T02:55:32.695" v="3" actId="20577"/>
        <pc:sldMkLst>
          <pc:docMk/>
          <pc:sldMk cId="2527791171" sldId="300"/>
        </pc:sldMkLst>
      </pc:sldChg>
      <pc:sldChg chg="modSp mod">
        <pc:chgData name="Wright, Laurin" userId="c1f367b6-ddab-4613-a93e-858762f6d671" providerId="ADAL" clId="{97CD2084-D5B4-4487-98FF-9A7F9418CD54}" dt="2025-07-24T02:56:22.627" v="17" actId="20577"/>
        <pc:sldMkLst>
          <pc:docMk/>
          <pc:sldMk cId="2084082279" sldId="302"/>
        </pc:sldMkLst>
      </pc:sldChg>
      <pc:sldChg chg="modSp mod">
        <pc:chgData name="Wright, Laurin" userId="c1f367b6-ddab-4613-a93e-858762f6d671" providerId="ADAL" clId="{97CD2084-D5B4-4487-98FF-9A7F9418CD54}" dt="2025-07-24T03:07:25.308" v="46" actId="20577"/>
        <pc:sldMkLst>
          <pc:docMk/>
          <pc:sldMk cId="2829592381" sldId="303"/>
        </pc:sldMkLst>
      </pc:sldChg>
      <pc:sldChg chg="modSp mod">
        <pc:chgData name="Wright, Laurin" userId="c1f367b6-ddab-4613-a93e-858762f6d671" providerId="ADAL" clId="{97CD2084-D5B4-4487-98FF-9A7F9418CD54}" dt="2025-07-28T01:56:40.989" v="120" actId="948"/>
        <pc:sldMkLst>
          <pc:docMk/>
          <pc:sldMk cId="756279919" sldId="304"/>
        </pc:sldMkLst>
      </pc:sldChg>
      <pc:sldChg chg="modSp mod">
        <pc:chgData name="Wright, Laurin" userId="c1f367b6-ddab-4613-a93e-858762f6d671" providerId="ADAL" clId="{97CD2084-D5B4-4487-98FF-9A7F9418CD54}" dt="2025-07-24T02:57:49.703" v="32" actId="20577"/>
        <pc:sldMkLst>
          <pc:docMk/>
          <pc:sldMk cId="2128672186" sldId="305"/>
        </pc:sldMkLst>
      </pc:sldChg>
      <pc:sldChg chg="modSp mod">
        <pc:chgData name="Wright, Laurin" userId="c1f367b6-ddab-4613-a93e-858762f6d671" providerId="ADAL" clId="{97CD2084-D5B4-4487-98FF-9A7F9418CD54}" dt="2025-07-24T03:12:00.739" v="118" actId="6549"/>
        <pc:sldMkLst>
          <pc:docMk/>
          <pc:sldMk cId="1546665507" sldId="308"/>
        </pc:sldMkLst>
      </pc:sldChg>
      <pc:sldChg chg="modSp mod">
        <pc:chgData name="Wright, Laurin" userId="c1f367b6-ddab-4613-a93e-858762f6d671" providerId="ADAL" clId="{97CD2084-D5B4-4487-98FF-9A7F9418CD54}" dt="2025-07-24T03:11:08.223" v="82" actId="6549"/>
        <pc:sldMkLst>
          <pc:docMk/>
          <pc:sldMk cId="964076493" sldId="309"/>
        </pc:sldMkLst>
      </pc:sldChg>
    </pc:docChg>
  </pc:docChgLst>
  <pc:docChgLst>
    <pc:chgData name="Wright, Laurin" userId="c1f367b6-ddab-4613-a93e-858762f6d671" providerId="ADAL" clId="{2F3DC917-AE10-4A13-AE33-F06461026A41}"/>
    <pc:docChg chg="undo redo custSel modSld">
      <pc:chgData name="Wright, Laurin" userId="c1f367b6-ddab-4613-a93e-858762f6d671" providerId="ADAL" clId="{2F3DC917-AE10-4A13-AE33-F06461026A41}" dt="2025-09-04T01:56:56.104" v="176" actId="962"/>
      <pc:docMkLst>
        <pc:docMk/>
      </pc:docMkLst>
      <pc:sldChg chg="modSp mod">
        <pc:chgData name="Wright, Laurin" userId="c1f367b6-ddab-4613-a93e-858762f6d671" providerId="ADAL" clId="{2F3DC917-AE10-4A13-AE33-F06461026A41}" dt="2025-09-04T01:53:55.650" v="150"/>
        <pc:sldMkLst>
          <pc:docMk/>
          <pc:sldMk cId="3345030868" sldId="266"/>
        </pc:sldMkLst>
      </pc:sldChg>
      <pc:sldChg chg="modSp mod">
        <pc:chgData name="Wright, Laurin" userId="c1f367b6-ddab-4613-a93e-858762f6d671" providerId="ADAL" clId="{2F3DC917-AE10-4A13-AE33-F06461026A41}" dt="2025-09-04T01:52:44.408" v="131" actId="33553"/>
        <pc:sldMkLst>
          <pc:docMk/>
          <pc:sldMk cId="3601899796" sldId="298"/>
        </pc:sldMkLst>
      </pc:sldChg>
      <pc:sldChg chg="modSp mod">
        <pc:chgData name="Wright, Laurin" userId="c1f367b6-ddab-4613-a93e-858762f6d671" providerId="ADAL" clId="{2F3DC917-AE10-4A13-AE33-F06461026A41}" dt="2025-09-04T01:52:41.348" v="130" actId="33553"/>
        <pc:sldMkLst>
          <pc:docMk/>
          <pc:sldMk cId="2379415792" sldId="299"/>
        </pc:sldMkLst>
      </pc:sldChg>
      <pc:sldChg chg="modSp mod">
        <pc:chgData name="Wright, Laurin" userId="c1f367b6-ddab-4613-a93e-858762f6d671" providerId="ADAL" clId="{2F3DC917-AE10-4A13-AE33-F06461026A41}" dt="2025-09-04T01:52:46.992" v="132" actId="33553"/>
        <pc:sldMkLst>
          <pc:docMk/>
          <pc:sldMk cId="2527791171" sldId="300"/>
        </pc:sldMkLst>
      </pc:sldChg>
      <pc:sldChg chg="modSp mod">
        <pc:chgData name="Wright, Laurin" userId="c1f367b6-ddab-4613-a93e-858762f6d671" providerId="ADAL" clId="{2F3DC917-AE10-4A13-AE33-F06461026A41}" dt="2025-09-04T01:56:56.104" v="176" actId="962"/>
        <pc:sldMkLst>
          <pc:docMk/>
          <pc:sldMk cId="3689142773" sldId="301"/>
        </pc:sldMkLst>
      </pc:sldChg>
      <pc:sldChg chg="modSp mod">
        <pc:chgData name="Wright, Laurin" userId="c1f367b6-ddab-4613-a93e-858762f6d671" providerId="ADAL" clId="{2F3DC917-AE10-4A13-AE33-F06461026A41}" dt="2025-09-04T01:53:02.250" v="134" actId="33553"/>
        <pc:sldMkLst>
          <pc:docMk/>
          <pc:sldMk cId="2084082279" sldId="302"/>
        </pc:sldMkLst>
      </pc:sldChg>
      <pc:sldChg chg="modSp mod">
        <pc:chgData name="Wright, Laurin" userId="c1f367b6-ddab-4613-a93e-858762f6d671" providerId="ADAL" clId="{2F3DC917-AE10-4A13-AE33-F06461026A41}" dt="2025-09-04T01:55:37.948" v="162" actId="13244"/>
        <pc:sldMkLst>
          <pc:docMk/>
          <pc:sldMk cId="2829592381" sldId="303"/>
        </pc:sldMkLst>
      </pc:sldChg>
      <pc:sldChg chg="modSp mod">
        <pc:chgData name="Wright, Laurin" userId="c1f367b6-ddab-4613-a93e-858762f6d671" providerId="ADAL" clId="{2F3DC917-AE10-4A13-AE33-F06461026A41}" dt="2025-09-04T01:53:06.601" v="136" actId="33553"/>
        <pc:sldMkLst>
          <pc:docMk/>
          <pc:sldMk cId="756279919" sldId="304"/>
        </pc:sldMkLst>
      </pc:sldChg>
      <pc:sldChg chg="modSp mod">
        <pc:chgData name="Wright, Laurin" userId="c1f367b6-ddab-4613-a93e-858762f6d671" providerId="ADAL" clId="{2F3DC917-AE10-4A13-AE33-F06461026A41}" dt="2025-09-04T01:56:27.381" v="170" actId="13244"/>
        <pc:sldMkLst>
          <pc:docMk/>
          <pc:sldMk cId="2128672186" sldId="305"/>
        </pc:sldMkLst>
      </pc:sldChg>
      <pc:sldChg chg="modSp mod">
        <pc:chgData name="Wright, Laurin" userId="c1f367b6-ddab-4613-a93e-858762f6d671" providerId="ADAL" clId="{2F3DC917-AE10-4A13-AE33-F06461026A41}" dt="2025-09-04T01:53:10.462" v="138" actId="33553"/>
        <pc:sldMkLst>
          <pc:docMk/>
          <pc:sldMk cId="1415421255" sldId="306"/>
        </pc:sldMkLst>
      </pc:sldChg>
      <pc:sldChg chg="modSp mod">
        <pc:chgData name="Wright, Laurin" userId="c1f367b6-ddab-4613-a93e-858762f6d671" providerId="ADAL" clId="{2F3DC917-AE10-4A13-AE33-F06461026A41}" dt="2025-09-04T01:53:12.292" v="139" actId="33553"/>
        <pc:sldMkLst>
          <pc:docMk/>
          <pc:sldMk cId="3525082115" sldId="307"/>
        </pc:sldMkLst>
      </pc:sldChg>
      <pc:sldChg chg="modSp mod">
        <pc:chgData name="Wright, Laurin" userId="c1f367b6-ddab-4613-a93e-858762f6d671" providerId="ADAL" clId="{2F3DC917-AE10-4A13-AE33-F06461026A41}" dt="2025-09-04T01:53:16.208" v="141" actId="33553"/>
        <pc:sldMkLst>
          <pc:docMk/>
          <pc:sldMk cId="1546665507" sldId="308"/>
        </pc:sldMkLst>
      </pc:sldChg>
      <pc:sldChg chg="modSp mod">
        <pc:chgData name="Wright, Laurin" userId="c1f367b6-ddab-4613-a93e-858762f6d671" providerId="ADAL" clId="{2F3DC917-AE10-4A13-AE33-F06461026A41}" dt="2025-09-04T01:53:14.264" v="140" actId="33553"/>
        <pc:sldMkLst>
          <pc:docMk/>
          <pc:sldMk cId="964076493" sldId="309"/>
        </pc:sldMkLst>
      </pc:sldChg>
      <pc:sldChg chg="modSp mod">
        <pc:chgData name="Wright, Laurin" userId="c1f367b6-ddab-4613-a93e-858762f6d671" providerId="ADAL" clId="{2F3DC917-AE10-4A13-AE33-F06461026A41}" dt="2025-09-04T01:56:44.568" v="175" actId="13244"/>
        <pc:sldMkLst>
          <pc:docMk/>
          <pc:sldMk cId="2997625889" sldId="310"/>
        </pc:sldMkLst>
      </pc:sldChg>
      <pc:sldChg chg="modSp mod">
        <pc:chgData name="Wright, Laurin" userId="c1f367b6-ddab-4613-a93e-858762f6d671" providerId="ADAL" clId="{2F3DC917-AE10-4A13-AE33-F06461026A41}" dt="2025-09-04T01:53:21.661" v="143" actId="33553"/>
        <pc:sldMkLst>
          <pc:docMk/>
          <pc:sldMk cId="2185852328" sldId="311"/>
        </pc:sldMkLst>
      </pc:sldChg>
      <pc:sldChg chg="modSp mod">
        <pc:chgData name="Wright, Laurin" userId="c1f367b6-ddab-4613-a93e-858762f6d671" providerId="ADAL" clId="{2F3DC917-AE10-4A13-AE33-F06461026A41}" dt="2025-09-04T01:53:30.445" v="147" actId="33553"/>
        <pc:sldMkLst>
          <pc:docMk/>
          <pc:sldMk cId="3652306600" sldId="312"/>
        </pc:sldMkLst>
      </pc:sldChg>
      <pc:sldChg chg="modSp mod">
        <pc:chgData name="Wright, Laurin" userId="c1f367b6-ddab-4613-a93e-858762f6d671" providerId="ADAL" clId="{2F3DC917-AE10-4A13-AE33-F06461026A41}" dt="2025-09-04T01:53:28.366" v="146" actId="33553"/>
        <pc:sldMkLst>
          <pc:docMk/>
          <pc:sldMk cId="4159958221" sldId="314"/>
        </pc:sldMkLst>
      </pc:sldChg>
      <pc:sldChg chg="modSp mod">
        <pc:chgData name="Wright, Laurin" userId="c1f367b6-ddab-4613-a93e-858762f6d671" providerId="ADAL" clId="{2F3DC917-AE10-4A13-AE33-F06461026A41}" dt="2025-09-04T01:53:23.179" v="144" actId="33553"/>
        <pc:sldMkLst>
          <pc:docMk/>
          <pc:sldMk cId="857633962" sldId="315"/>
        </pc:sldMkLst>
      </pc:sldChg>
      <pc:sldChg chg="modSp mod">
        <pc:chgData name="Wright, Laurin" userId="c1f367b6-ddab-4613-a93e-858762f6d671" providerId="ADAL" clId="{2F3DC917-AE10-4A13-AE33-F06461026A41}" dt="2025-09-04T01:53:25.661" v="145" actId="33553"/>
        <pc:sldMkLst>
          <pc:docMk/>
          <pc:sldMk cId="1176029399" sldId="316"/>
        </pc:sldMkLst>
      </pc:sldChg>
    </pc:docChg>
  </pc:docChgLst>
  <pc:docChgLst>
    <pc:chgData name="Wright, Laurin" userId="S::laurin.wright@aff.gov.au::c1f367b6-ddab-4613-a93e-858762f6d671" providerId="AD" clId="Web-{2E9B9667-1E84-B85C-41EA-044E0D912AD5}"/>
    <pc:docChg chg="modSld">
      <pc:chgData name="Wright, Laurin" userId="S::laurin.wright@aff.gov.au::c1f367b6-ddab-4613-a93e-858762f6d671" providerId="AD" clId="Web-{2E9B9667-1E84-B85C-41EA-044E0D912AD5}" dt="2025-07-28T01:33:10.815" v="3" actId="20577"/>
      <pc:docMkLst>
        <pc:docMk/>
      </pc:docMkLst>
      <pc:sldChg chg="modSp">
        <pc:chgData name="Wright, Laurin" userId="S::laurin.wright@aff.gov.au::c1f367b6-ddab-4613-a93e-858762f6d671" providerId="AD" clId="Web-{2E9B9667-1E84-B85C-41EA-044E0D912AD5}" dt="2025-07-28T01:33:10.815" v="3" actId="20577"/>
        <pc:sldMkLst>
          <pc:docMk/>
          <pc:sldMk cId="3601899796" sldId="298"/>
        </pc:sldMkLst>
      </pc:sldChg>
    </pc:docChg>
  </pc:docChgLst>
  <pc:docChgLst>
    <pc:chgData name="Somerville, Candice" userId="b5c689ff-b24b-4d46-815c-59302341821e" providerId="ADAL" clId="{2DAB0096-2D14-4AFE-9FF4-D1513B3FA7D9}"/>
    <pc:docChg chg="custSel modSld sldOrd">
      <pc:chgData name="Somerville, Candice" userId="b5c689ff-b24b-4d46-815c-59302341821e" providerId="ADAL" clId="{2DAB0096-2D14-4AFE-9FF4-D1513B3FA7D9}" dt="2025-08-21T02:12:28.838" v="4707" actId="6549"/>
      <pc:docMkLst>
        <pc:docMk/>
      </pc:docMkLst>
      <pc:sldChg chg="modNotesTx">
        <pc:chgData name="Somerville, Candice" userId="b5c689ff-b24b-4d46-815c-59302341821e" providerId="ADAL" clId="{2DAB0096-2D14-4AFE-9FF4-D1513B3FA7D9}" dt="2025-08-15T03:28:40.895" v="4428" actId="20577"/>
        <pc:sldMkLst>
          <pc:docMk/>
          <pc:sldMk cId="3345030868" sldId="266"/>
        </pc:sldMkLst>
      </pc:sldChg>
      <pc:sldChg chg="modNotesTx">
        <pc:chgData name="Somerville, Candice" userId="b5c689ff-b24b-4d46-815c-59302341821e" providerId="ADAL" clId="{2DAB0096-2D14-4AFE-9FF4-D1513B3FA7D9}" dt="2025-08-15T01:06:45.730" v="1552" actId="20577"/>
        <pc:sldMkLst>
          <pc:docMk/>
          <pc:sldMk cId="3601899796" sldId="298"/>
        </pc:sldMkLst>
      </pc:sldChg>
      <pc:sldChg chg="modNotesTx">
        <pc:chgData name="Somerville, Candice" userId="b5c689ff-b24b-4d46-815c-59302341821e" providerId="ADAL" clId="{2DAB0096-2D14-4AFE-9FF4-D1513B3FA7D9}" dt="2025-08-15T01:30:34.293" v="3997" actId="20577"/>
        <pc:sldMkLst>
          <pc:docMk/>
          <pc:sldMk cId="2379415792" sldId="299"/>
        </pc:sldMkLst>
      </pc:sldChg>
      <pc:sldChg chg="modNotesTx">
        <pc:chgData name="Somerville, Candice" userId="b5c689ff-b24b-4d46-815c-59302341821e" providerId="ADAL" clId="{2DAB0096-2D14-4AFE-9FF4-D1513B3FA7D9}" dt="2025-08-15T01:07:51.620" v="1715" actId="313"/>
        <pc:sldMkLst>
          <pc:docMk/>
          <pc:sldMk cId="2527791171" sldId="300"/>
        </pc:sldMkLst>
      </pc:sldChg>
      <pc:sldChg chg="modNotesTx">
        <pc:chgData name="Somerville, Candice" userId="b5c689ff-b24b-4d46-815c-59302341821e" providerId="ADAL" clId="{2DAB0096-2D14-4AFE-9FF4-D1513B3FA7D9}" dt="2025-08-15T01:08:34.185" v="1794" actId="20577"/>
        <pc:sldMkLst>
          <pc:docMk/>
          <pc:sldMk cId="3689142773" sldId="301"/>
        </pc:sldMkLst>
      </pc:sldChg>
      <pc:sldChg chg="modNotesTx">
        <pc:chgData name="Somerville, Candice" userId="b5c689ff-b24b-4d46-815c-59302341821e" providerId="ADAL" clId="{2DAB0096-2D14-4AFE-9FF4-D1513B3FA7D9}" dt="2025-08-15T01:09:32.002" v="1834" actId="6549"/>
        <pc:sldMkLst>
          <pc:docMk/>
          <pc:sldMk cId="2084082279" sldId="302"/>
        </pc:sldMkLst>
      </pc:sldChg>
      <pc:sldChg chg="modNotesTx">
        <pc:chgData name="Somerville, Candice" userId="b5c689ff-b24b-4d46-815c-59302341821e" providerId="ADAL" clId="{2DAB0096-2D14-4AFE-9FF4-D1513B3FA7D9}" dt="2025-08-15T01:38:15.913" v="4388" actId="20577"/>
        <pc:sldMkLst>
          <pc:docMk/>
          <pc:sldMk cId="2829592381" sldId="303"/>
        </pc:sldMkLst>
      </pc:sldChg>
      <pc:sldChg chg="modNotesTx">
        <pc:chgData name="Somerville, Candice" userId="b5c689ff-b24b-4d46-815c-59302341821e" providerId="ADAL" clId="{2DAB0096-2D14-4AFE-9FF4-D1513B3FA7D9}" dt="2025-08-15T01:13:58.184" v="2319" actId="20577"/>
        <pc:sldMkLst>
          <pc:docMk/>
          <pc:sldMk cId="756279919" sldId="304"/>
        </pc:sldMkLst>
      </pc:sldChg>
      <pc:sldChg chg="modSp mod modNotesTx">
        <pc:chgData name="Somerville, Candice" userId="b5c689ff-b24b-4d46-815c-59302341821e" providerId="ADAL" clId="{2DAB0096-2D14-4AFE-9FF4-D1513B3FA7D9}" dt="2025-08-21T02:12:28.838" v="4707" actId="6549"/>
        <pc:sldMkLst>
          <pc:docMk/>
          <pc:sldMk cId="2128672186" sldId="305"/>
        </pc:sldMkLst>
      </pc:sldChg>
      <pc:sldChg chg="modNotesTx">
        <pc:chgData name="Somerville, Candice" userId="b5c689ff-b24b-4d46-815c-59302341821e" providerId="ADAL" clId="{2DAB0096-2D14-4AFE-9FF4-D1513B3FA7D9}" dt="2025-08-15T01:16:14.301" v="2649" actId="20577"/>
        <pc:sldMkLst>
          <pc:docMk/>
          <pc:sldMk cId="1415421255" sldId="306"/>
        </pc:sldMkLst>
      </pc:sldChg>
      <pc:sldChg chg="modNotesTx">
        <pc:chgData name="Somerville, Candice" userId="b5c689ff-b24b-4d46-815c-59302341821e" providerId="ADAL" clId="{2DAB0096-2D14-4AFE-9FF4-D1513B3FA7D9}" dt="2025-08-15T01:17:30.822" v="2689" actId="20577"/>
        <pc:sldMkLst>
          <pc:docMk/>
          <pc:sldMk cId="3525082115" sldId="307"/>
        </pc:sldMkLst>
      </pc:sldChg>
      <pc:sldChg chg="modNotesTx">
        <pc:chgData name="Somerville, Candice" userId="b5c689ff-b24b-4d46-815c-59302341821e" providerId="ADAL" clId="{2DAB0096-2D14-4AFE-9FF4-D1513B3FA7D9}" dt="2025-08-15T04:49:16.929" v="4430" actId="113"/>
        <pc:sldMkLst>
          <pc:docMk/>
          <pc:sldMk cId="1546665507" sldId="308"/>
        </pc:sldMkLst>
      </pc:sldChg>
      <pc:sldChg chg="modNotesTx">
        <pc:chgData name="Somerville, Candice" userId="b5c689ff-b24b-4d46-815c-59302341821e" providerId="ADAL" clId="{2DAB0096-2D14-4AFE-9FF4-D1513B3FA7D9}" dt="2025-08-15T01:19:12.781" v="2898" actId="20577"/>
        <pc:sldMkLst>
          <pc:docMk/>
          <pc:sldMk cId="964076493" sldId="309"/>
        </pc:sldMkLst>
      </pc:sldChg>
      <pc:sldChg chg="modNotesTx">
        <pc:chgData name="Somerville, Candice" userId="b5c689ff-b24b-4d46-815c-59302341821e" providerId="ADAL" clId="{2DAB0096-2D14-4AFE-9FF4-D1513B3FA7D9}" dt="2025-08-15T01:41:52.315" v="4390" actId="313"/>
        <pc:sldMkLst>
          <pc:docMk/>
          <pc:sldMk cId="2185852328" sldId="311"/>
        </pc:sldMkLst>
      </pc:sldChg>
      <pc:sldChg chg="modNotesTx">
        <pc:chgData name="Somerville, Candice" userId="b5c689ff-b24b-4d46-815c-59302341821e" providerId="ADAL" clId="{2DAB0096-2D14-4AFE-9FF4-D1513B3FA7D9}" dt="2025-08-15T01:28:36.256" v="3974" actId="20577"/>
        <pc:sldMkLst>
          <pc:docMk/>
          <pc:sldMk cId="3652306600" sldId="312"/>
        </pc:sldMkLst>
      </pc:sldChg>
      <pc:sldChg chg="ord">
        <pc:chgData name="Somerville, Candice" userId="b5c689ff-b24b-4d46-815c-59302341821e" providerId="ADAL" clId="{2DAB0096-2D14-4AFE-9FF4-D1513B3FA7D9}" dt="2025-08-15T01:28:49.317" v="3976"/>
        <pc:sldMkLst>
          <pc:docMk/>
          <pc:sldMk cId="4159958221" sldId="314"/>
        </pc:sldMkLst>
      </pc:sldChg>
      <pc:sldChg chg="modNotesTx">
        <pc:chgData name="Somerville, Candice" userId="b5c689ff-b24b-4d46-815c-59302341821e" providerId="ADAL" clId="{2DAB0096-2D14-4AFE-9FF4-D1513B3FA7D9}" dt="2025-08-15T01:27:18.355" v="3920" actId="20577"/>
        <pc:sldMkLst>
          <pc:docMk/>
          <pc:sldMk cId="1176029399" sldId="316"/>
        </pc:sldMkLst>
      </pc:sldChg>
    </pc:docChg>
  </pc:docChgLst>
  <pc:docChgLst>
    <pc:chgData name="Wright, Laurin" userId="S::laurin.wright@aff.gov.au::c1f367b6-ddab-4613-a93e-858762f6d671" providerId="AD" clId="Web-{E1F0F38A-7035-54EA-DDDB-160B432FDEAE}"/>
    <pc:docChg chg="modSld">
      <pc:chgData name="Wright, Laurin" userId="S::laurin.wright@aff.gov.au::c1f367b6-ddab-4613-a93e-858762f6d671" providerId="AD" clId="Web-{E1F0F38A-7035-54EA-DDDB-160B432FDEAE}" dt="2025-07-28T03:03:35.672" v="0" actId="20577"/>
      <pc:docMkLst>
        <pc:docMk/>
      </pc:docMkLst>
      <pc:sldChg chg="modSp">
        <pc:chgData name="Wright, Laurin" userId="S::laurin.wright@aff.gov.au::c1f367b6-ddab-4613-a93e-858762f6d671" providerId="AD" clId="Web-{E1F0F38A-7035-54EA-DDDB-160B432FDEAE}" dt="2025-07-28T03:03:35.672" v="0" actId="20577"/>
        <pc:sldMkLst>
          <pc:docMk/>
          <pc:sldMk cId="3652306600" sldId="31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840533-3F98-D76E-7FED-1F964B87FD6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a:extLst>
              <a:ext uri="{FF2B5EF4-FFF2-40B4-BE49-F238E27FC236}">
                <a16:creationId xmlns:a16="http://schemas.microsoft.com/office/drawing/2014/main" id="{20BE97DC-72C4-BC6D-582E-0190EBB1477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8F9EE5F-6819-4A75-A4C5-B7C461C17030}" type="datetimeFigureOut">
              <a:rPr lang="en-AU" smtClean="0"/>
              <a:t>25/11/2025</a:t>
            </a:fld>
            <a:endParaRPr lang="en-AU"/>
          </a:p>
        </p:txBody>
      </p:sp>
      <p:sp>
        <p:nvSpPr>
          <p:cNvPr id="4" name="Footer Placeholder 3">
            <a:extLst>
              <a:ext uri="{FF2B5EF4-FFF2-40B4-BE49-F238E27FC236}">
                <a16:creationId xmlns:a16="http://schemas.microsoft.com/office/drawing/2014/main" id="{D0F9B807-C4BC-8A35-238C-E42B07271E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a:extLst>
              <a:ext uri="{FF2B5EF4-FFF2-40B4-BE49-F238E27FC236}">
                <a16:creationId xmlns:a16="http://schemas.microsoft.com/office/drawing/2014/main" id="{22C63C51-40CD-B6CC-F227-88D3EFB65AE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3D4FC92-C404-406F-999A-F4AAC4A44B7C}" type="slidenum">
              <a:rPr lang="en-AU" smtClean="0"/>
              <a:t>‹#›</a:t>
            </a:fld>
            <a:endParaRPr lang="en-AU"/>
          </a:p>
        </p:txBody>
      </p:sp>
    </p:spTree>
    <p:extLst>
      <p:ext uri="{BB962C8B-B14F-4D97-AF65-F5344CB8AC3E}">
        <p14:creationId xmlns:p14="http://schemas.microsoft.com/office/powerpoint/2010/main" val="363323241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3A803E-1DAD-41D5-9560-571FAA4FCC31}" type="datetimeFigureOut">
              <a:rPr lang="en-AU" smtClean="0"/>
              <a:t>25/11/2025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F453A5-8E06-450B-9CE8-B02AC4B7487A}" type="slidenum">
              <a:rPr lang="en-AU" smtClean="0"/>
              <a:t>‹#›</a:t>
            </a:fld>
            <a:endParaRPr lang="en-AU"/>
          </a:p>
        </p:txBody>
      </p:sp>
    </p:spTree>
    <p:extLst>
      <p:ext uri="{BB962C8B-B14F-4D97-AF65-F5344CB8AC3E}">
        <p14:creationId xmlns:p14="http://schemas.microsoft.com/office/powerpoint/2010/main" val="35933429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mailto:offshoretreatments@aff.gov.au"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kern="1200">
                <a:solidFill>
                  <a:schemeClr val="tx1"/>
                </a:solidFill>
                <a:effectLst/>
                <a:latin typeface="+mn-lt"/>
                <a:ea typeface="+mn-ea"/>
                <a:cs typeface="+mn-cs"/>
              </a:rPr>
              <a:t>Welcome everyone to the 2025–26 BMSB Season Update. My name is ………. Today we’ll walk through upcoming BMSB season and the key updates in comparison from last season.</a:t>
            </a:r>
            <a:endParaRPr lang="en-AU"/>
          </a:p>
        </p:txBody>
      </p:sp>
      <p:sp>
        <p:nvSpPr>
          <p:cNvPr id="4" name="Slide Number Placeholder 3"/>
          <p:cNvSpPr>
            <a:spLocks noGrp="1"/>
          </p:cNvSpPr>
          <p:nvPr>
            <p:ph type="sldNum" sz="quarter" idx="5"/>
          </p:nvPr>
        </p:nvSpPr>
        <p:spPr/>
        <p:txBody>
          <a:bodyPr/>
          <a:lstStyle/>
          <a:p>
            <a:fld id="{15F453A5-8E06-450B-9CE8-B02AC4B7487A}" type="slidenum">
              <a:rPr lang="en-AU" smtClean="0"/>
              <a:t>1</a:t>
            </a:fld>
            <a:endParaRPr lang="en-AU"/>
          </a:p>
        </p:txBody>
      </p:sp>
    </p:spTree>
    <p:extLst>
      <p:ext uri="{BB962C8B-B14F-4D97-AF65-F5344CB8AC3E}">
        <p14:creationId xmlns:p14="http://schemas.microsoft.com/office/powerpoint/2010/main" val="4043423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kern="1200">
                <a:solidFill>
                  <a:schemeClr val="tx1"/>
                </a:solidFill>
                <a:effectLst/>
                <a:latin typeface="+mn-lt"/>
                <a:ea typeface="+mn-ea"/>
                <a:cs typeface="+mn-cs"/>
              </a:rPr>
              <a:t>'I'd like to begin by acknowledging the Traditional Custodians and Owners of the land and/or water on which we meet today. I'd also like to acknowledge their Elders - past and present, and any other Aboriginal or Torres Strait Islander peoples who may be present here today.’</a:t>
            </a:r>
          </a:p>
          <a:p>
            <a:r>
              <a:rPr lang="en-AU" sz="1200" b="0" i="0" kern="1200">
                <a:solidFill>
                  <a:schemeClr val="tx1"/>
                </a:solidFill>
                <a:effectLst/>
                <a:latin typeface="+mn-lt"/>
                <a:ea typeface="+mn-ea"/>
                <a:cs typeface="+mn-cs"/>
              </a:rPr>
              <a:t>Today we’ll walk through the topics listed on this screen. If you have questions, please use the Q&amp;A button at the top right of your screen. For complex or scenario-specific queries, </a:t>
            </a:r>
            <a:r>
              <a:rPr lang="en-AU" sz="1200" b="0" i="0" kern="1200" err="1">
                <a:solidFill>
                  <a:schemeClr val="tx1"/>
                </a:solidFill>
                <a:effectLst/>
                <a:latin typeface="+mn-lt"/>
                <a:ea typeface="+mn-ea"/>
                <a:cs typeface="+mn-cs"/>
              </a:rPr>
              <a:t>howeverwe</a:t>
            </a:r>
            <a:r>
              <a:rPr lang="en-AU" sz="1200" b="0" i="0" kern="1200">
                <a:solidFill>
                  <a:schemeClr val="tx1"/>
                </a:solidFill>
                <a:effectLst/>
                <a:latin typeface="+mn-lt"/>
                <a:ea typeface="+mn-ea"/>
                <a:cs typeface="+mn-cs"/>
              </a:rPr>
              <a:t> do ask that you email us directly so we can provide detailed responses and follow-up support.</a:t>
            </a:r>
          </a:p>
          <a:p>
            <a:r>
              <a:rPr lang="en-AU" sz="1200" b="0" i="0" kern="1200">
                <a:solidFill>
                  <a:schemeClr val="tx1"/>
                </a:solidFill>
                <a:effectLst/>
                <a:latin typeface="+mn-lt"/>
                <a:ea typeface="+mn-ea"/>
                <a:cs typeface="+mn-cs"/>
              </a:rPr>
              <a:t>For any questions related to treatment provider approvals, suspensions, or treatment procedures, please email: </a:t>
            </a:r>
            <a:r>
              <a:rPr lang="en-AU" sz="1200" b="0" i="0" kern="1200">
                <a:solidFill>
                  <a:schemeClr val="tx1"/>
                </a:solidFill>
                <a:effectLst/>
                <a:latin typeface="+mn-lt"/>
                <a:ea typeface="+mn-ea"/>
                <a:cs typeface="+mn-cs"/>
                <a:hlinkClick r:id="rId3"/>
              </a:rPr>
              <a:t>offshoretreatments@aff.gov.au</a:t>
            </a:r>
            <a:r>
              <a:rPr lang="en-AU" sz="1200" b="0" i="0" kern="1200">
                <a:solidFill>
                  <a:schemeClr val="tx1"/>
                </a:solidFill>
                <a:effectLst/>
                <a:latin typeface="+mn-lt"/>
                <a:ea typeface="+mn-ea"/>
                <a:cs typeface="+mn-cs"/>
              </a:rPr>
              <a:t>.</a:t>
            </a:r>
          </a:p>
        </p:txBody>
      </p:sp>
      <p:sp>
        <p:nvSpPr>
          <p:cNvPr id="4" name="Slide Number Placeholder 3"/>
          <p:cNvSpPr>
            <a:spLocks noGrp="1"/>
          </p:cNvSpPr>
          <p:nvPr>
            <p:ph type="sldNum" sz="quarter" idx="5"/>
          </p:nvPr>
        </p:nvSpPr>
        <p:spPr/>
        <p:txBody>
          <a:bodyPr/>
          <a:lstStyle/>
          <a:p>
            <a:fld id="{15F453A5-8E06-450B-9CE8-B02AC4B7487A}" type="slidenum">
              <a:rPr lang="en-AU" smtClean="0"/>
              <a:t>2</a:t>
            </a:fld>
            <a:endParaRPr lang="en-AU"/>
          </a:p>
        </p:txBody>
      </p:sp>
    </p:spTree>
    <p:extLst>
      <p:ext uri="{BB962C8B-B14F-4D97-AF65-F5344CB8AC3E}">
        <p14:creationId xmlns:p14="http://schemas.microsoft.com/office/powerpoint/2010/main" val="225569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kern="1200">
                <a:solidFill>
                  <a:schemeClr val="tx1"/>
                </a:solidFill>
                <a:effectLst/>
                <a:latin typeface="+mn-lt"/>
                <a:ea typeface="+mn-ea"/>
                <a:cs typeface="+mn-cs"/>
              </a:rPr>
              <a:t>Looking at last season’s data, we saw an increase in total BMSB detections, particularly post-biosecurity. While we haven’t identified a specific factor or pathway responsible for this rise, these insights have helped shape our approach for the coming season.</a:t>
            </a:r>
          </a:p>
          <a:p>
            <a:r>
              <a:rPr lang="en-AU" sz="1200" b="0" i="0" kern="1200">
                <a:solidFill>
                  <a:schemeClr val="tx1"/>
                </a:solidFill>
                <a:effectLst/>
                <a:latin typeface="+mn-lt"/>
                <a:ea typeface="+mn-ea"/>
                <a:cs typeface="+mn-cs"/>
              </a:rPr>
              <a:t>We’ve also included data on Yellow Spotted Stink Bug (YSSB) for the first time. Although there are currently no plans to target YSSB in the same way as BMSB, we’re closely monitoring developments in this area.</a:t>
            </a:r>
          </a:p>
          <a:p>
            <a:r>
              <a:rPr lang="en-AU" sz="1200" b="0" i="0" kern="1200">
                <a:solidFill>
                  <a:schemeClr val="tx1"/>
                </a:solidFill>
                <a:effectLst/>
                <a:latin typeface="+mn-lt"/>
                <a:ea typeface="+mn-ea"/>
                <a:cs typeface="+mn-cs"/>
              </a:rPr>
              <a:t>This data reinforces the importance of maintaining strong biosecurity measures and adapting our strategies based on emerging trends.</a:t>
            </a:r>
          </a:p>
        </p:txBody>
      </p:sp>
      <p:sp>
        <p:nvSpPr>
          <p:cNvPr id="4" name="Slide Number Placeholder 3"/>
          <p:cNvSpPr>
            <a:spLocks noGrp="1"/>
          </p:cNvSpPr>
          <p:nvPr>
            <p:ph type="sldNum" sz="quarter" idx="5"/>
          </p:nvPr>
        </p:nvSpPr>
        <p:spPr/>
        <p:txBody>
          <a:bodyPr/>
          <a:lstStyle/>
          <a:p>
            <a:fld id="{15F453A5-8E06-450B-9CE8-B02AC4B7487A}" type="slidenum">
              <a:rPr lang="en-AU" smtClean="0"/>
              <a:t>3</a:t>
            </a:fld>
            <a:endParaRPr lang="en-AU"/>
          </a:p>
        </p:txBody>
      </p:sp>
    </p:spTree>
    <p:extLst>
      <p:ext uri="{BB962C8B-B14F-4D97-AF65-F5344CB8AC3E}">
        <p14:creationId xmlns:p14="http://schemas.microsoft.com/office/powerpoint/2010/main" val="13160354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kern="1200">
                <a:solidFill>
                  <a:schemeClr val="tx1"/>
                </a:solidFill>
                <a:effectLst/>
                <a:latin typeface="+mn-lt"/>
                <a:ea typeface="+mn-ea"/>
                <a:cs typeface="+mn-cs"/>
              </a:rPr>
              <a:t>Seasonal measures apply to sea cargo shipped between 1 Sept and 30 April. Target high risk goods require mandatory treatment. Japan, Korea, UK, and China are now emerging risk countries. We are also looking at Airfreight from USA and China which will now be subject to random inspection only, mandatory treatment for airfreight will not be required. </a:t>
            </a:r>
            <a:endParaRPr lang="en-AU"/>
          </a:p>
        </p:txBody>
      </p:sp>
      <p:sp>
        <p:nvSpPr>
          <p:cNvPr id="4" name="Slide Number Placeholder 3"/>
          <p:cNvSpPr>
            <a:spLocks noGrp="1"/>
          </p:cNvSpPr>
          <p:nvPr>
            <p:ph type="sldNum" sz="quarter" idx="5"/>
          </p:nvPr>
        </p:nvSpPr>
        <p:spPr/>
        <p:txBody>
          <a:bodyPr/>
          <a:lstStyle/>
          <a:p>
            <a:fld id="{15F453A5-8E06-450B-9CE8-B02AC4B7487A}" type="slidenum">
              <a:rPr lang="en-AU" smtClean="0"/>
              <a:t>4</a:t>
            </a:fld>
            <a:endParaRPr lang="en-AU"/>
          </a:p>
        </p:txBody>
      </p:sp>
    </p:spTree>
    <p:extLst>
      <p:ext uri="{BB962C8B-B14F-4D97-AF65-F5344CB8AC3E}">
        <p14:creationId xmlns:p14="http://schemas.microsoft.com/office/powerpoint/2010/main" val="33529069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kern="1200">
                <a:solidFill>
                  <a:schemeClr val="tx1"/>
                </a:solidFill>
                <a:effectLst/>
                <a:latin typeface="+mn-lt"/>
                <a:ea typeface="+mn-ea"/>
                <a:cs typeface="+mn-cs"/>
              </a:rPr>
              <a:t>The full list of target risk countries has not changed from the 2024-25 season. Goods from these countries are subject to BMSB measures. Note the addition of Japan, China, and Korea under heightened vessel surveillance.</a:t>
            </a:r>
            <a:endParaRPr lang="en-AU"/>
          </a:p>
        </p:txBody>
      </p:sp>
      <p:sp>
        <p:nvSpPr>
          <p:cNvPr id="4" name="Slide Number Placeholder 3"/>
          <p:cNvSpPr>
            <a:spLocks noGrp="1"/>
          </p:cNvSpPr>
          <p:nvPr>
            <p:ph type="sldNum" sz="quarter" idx="5"/>
          </p:nvPr>
        </p:nvSpPr>
        <p:spPr/>
        <p:txBody>
          <a:bodyPr/>
          <a:lstStyle/>
          <a:p>
            <a:fld id="{15F453A5-8E06-450B-9CE8-B02AC4B7487A}" type="slidenum">
              <a:rPr lang="en-AU" smtClean="0"/>
              <a:t>5</a:t>
            </a:fld>
            <a:endParaRPr lang="en-AU"/>
          </a:p>
        </p:txBody>
      </p:sp>
    </p:spTree>
    <p:extLst>
      <p:ext uri="{BB962C8B-B14F-4D97-AF65-F5344CB8AC3E}">
        <p14:creationId xmlns:p14="http://schemas.microsoft.com/office/powerpoint/2010/main" val="36149541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kern="1200">
                <a:solidFill>
                  <a:schemeClr val="tx1"/>
                </a:solidFill>
                <a:effectLst/>
                <a:latin typeface="+mn-lt"/>
                <a:ea typeface="+mn-ea"/>
                <a:cs typeface="+mn-cs"/>
              </a:rPr>
              <a:t>Break bulk which includes flat rack and open top containers and must be treated offshore. Containerised goods can be treated onshore but must meet sealing requirements. Modified containers are treated as break bulk.</a:t>
            </a:r>
            <a:endParaRPr lang="en-AU"/>
          </a:p>
        </p:txBody>
      </p:sp>
      <p:sp>
        <p:nvSpPr>
          <p:cNvPr id="4" name="Slide Number Placeholder 3"/>
          <p:cNvSpPr>
            <a:spLocks noGrp="1"/>
          </p:cNvSpPr>
          <p:nvPr>
            <p:ph type="sldNum" sz="quarter" idx="5"/>
          </p:nvPr>
        </p:nvSpPr>
        <p:spPr/>
        <p:txBody>
          <a:bodyPr/>
          <a:lstStyle/>
          <a:p>
            <a:fld id="{15F453A5-8E06-450B-9CE8-B02AC4B7487A}" type="slidenum">
              <a:rPr lang="en-AU" smtClean="0"/>
              <a:t>6</a:t>
            </a:fld>
            <a:endParaRPr lang="en-AU"/>
          </a:p>
        </p:txBody>
      </p:sp>
    </p:spTree>
    <p:extLst>
      <p:ext uri="{BB962C8B-B14F-4D97-AF65-F5344CB8AC3E}">
        <p14:creationId xmlns:p14="http://schemas.microsoft.com/office/powerpoint/2010/main" val="10103132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kern="1200">
                <a:solidFill>
                  <a:schemeClr val="tx1"/>
                </a:solidFill>
                <a:effectLst/>
                <a:latin typeface="+mn-lt"/>
                <a:ea typeface="+mn-ea"/>
                <a:cs typeface="+mn-cs"/>
              </a:rPr>
              <a:t>Methyl Bromide, Sulfuryl Fluoride, and Heat Treatment are approved for both onshore and offshore use. In addition to these, this season we’ve approved </a:t>
            </a:r>
            <a:r>
              <a:rPr lang="en-AU" sz="1200" b="1" i="0" kern="1200">
                <a:solidFill>
                  <a:schemeClr val="tx1"/>
                </a:solidFill>
                <a:effectLst/>
                <a:latin typeface="+mn-lt"/>
                <a:ea typeface="+mn-ea"/>
                <a:cs typeface="+mn-cs"/>
              </a:rPr>
              <a:t>Ethyl Formate</a:t>
            </a:r>
            <a:r>
              <a:rPr lang="en-AU" sz="1200" b="0" i="0" kern="1200">
                <a:solidFill>
                  <a:schemeClr val="tx1"/>
                </a:solidFill>
                <a:effectLst/>
                <a:latin typeface="+mn-lt"/>
                <a:ea typeface="+mn-ea"/>
                <a:cs typeface="+mn-cs"/>
              </a:rPr>
              <a:t> as a new treatment option for BMSB—but only when performed </a:t>
            </a:r>
            <a:r>
              <a:rPr lang="en-AU" sz="1200" b="1" i="0" kern="1200">
                <a:solidFill>
                  <a:schemeClr val="tx1"/>
                </a:solidFill>
                <a:effectLst/>
                <a:latin typeface="+mn-lt"/>
                <a:ea typeface="+mn-ea"/>
                <a:cs typeface="+mn-cs"/>
              </a:rPr>
              <a:t>offshore</a:t>
            </a:r>
            <a:r>
              <a:rPr lang="en-AU" sz="1200" b="0" i="0" kern="1200">
                <a:solidFill>
                  <a:schemeClr val="tx1"/>
                </a:solidFill>
                <a:effectLst/>
                <a:latin typeface="+mn-lt"/>
                <a:ea typeface="+mn-ea"/>
                <a:cs typeface="+mn-cs"/>
              </a:rPr>
              <a:t>. Onshore use of Ethyl Formate is anticipated for the 2026–27 season, pending further policy development.</a:t>
            </a:r>
          </a:p>
          <a:p>
            <a:r>
              <a:rPr lang="en-AU" sz="1200" b="0" i="0" kern="1200">
                <a:solidFill>
                  <a:schemeClr val="tx1"/>
                </a:solidFill>
                <a:effectLst/>
                <a:latin typeface="+mn-lt"/>
                <a:ea typeface="+mn-ea"/>
                <a:cs typeface="+mn-cs"/>
              </a:rPr>
              <a:t>All offshore treatment providers must be registered with the department and listed as approved on the departments list of treatment providers for the treatment to be considered acceptable, and onshore treatments must occur at AA holding a AA class 4.7. For any questions, please refer to the contact details provided on the slide.</a:t>
            </a:r>
          </a:p>
        </p:txBody>
      </p:sp>
      <p:sp>
        <p:nvSpPr>
          <p:cNvPr id="4" name="Slide Number Placeholder 3"/>
          <p:cNvSpPr>
            <a:spLocks noGrp="1"/>
          </p:cNvSpPr>
          <p:nvPr>
            <p:ph type="sldNum" sz="quarter" idx="5"/>
          </p:nvPr>
        </p:nvSpPr>
        <p:spPr/>
        <p:txBody>
          <a:bodyPr/>
          <a:lstStyle/>
          <a:p>
            <a:fld id="{15F453A5-8E06-450B-9CE8-B02AC4B7487A}" type="slidenum">
              <a:rPr lang="en-AU" smtClean="0"/>
              <a:t>7</a:t>
            </a:fld>
            <a:endParaRPr lang="en-AU"/>
          </a:p>
        </p:txBody>
      </p:sp>
    </p:spTree>
    <p:extLst>
      <p:ext uri="{BB962C8B-B14F-4D97-AF65-F5344CB8AC3E}">
        <p14:creationId xmlns:p14="http://schemas.microsoft.com/office/powerpoint/2010/main" val="22915519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kern="1200">
                <a:solidFill>
                  <a:schemeClr val="tx1"/>
                </a:solidFill>
                <a:effectLst/>
                <a:latin typeface="+mn-lt"/>
                <a:ea typeface="+mn-ea"/>
                <a:cs typeface="+mn-cs"/>
              </a:rPr>
              <a:t>The Safeguarding Scheme offers an alternative clearance pathway. New requirements include mandatory templates and declarations. AEPCOMM cannot be used for safeguarded goods.</a:t>
            </a:r>
          </a:p>
          <a:p>
            <a:endParaRPr lang="en-AU"/>
          </a:p>
        </p:txBody>
      </p:sp>
      <p:sp>
        <p:nvSpPr>
          <p:cNvPr id="4" name="Slide Number Placeholder 3"/>
          <p:cNvSpPr>
            <a:spLocks noGrp="1"/>
          </p:cNvSpPr>
          <p:nvPr>
            <p:ph type="sldNum" sz="quarter" idx="5"/>
          </p:nvPr>
        </p:nvSpPr>
        <p:spPr/>
        <p:txBody>
          <a:bodyPr/>
          <a:lstStyle/>
          <a:p>
            <a:fld id="{15F453A5-8E06-450B-9CE8-B02AC4B7487A}" type="slidenum">
              <a:rPr lang="en-AU" smtClean="0"/>
              <a:t>8</a:t>
            </a:fld>
            <a:endParaRPr lang="en-AU"/>
          </a:p>
        </p:txBody>
      </p:sp>
    </p:spTree>
    <p:extLst>
      <p:ext uri="{BB962C8B-B14F-4D97-AF65-F5344CB8AC3E}">
        <p14:creationId xmlns:p14="http://schemas.microsoft.com/office/powerpoint/2010/main" val="38420982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kern="1200">
                <a:solidFill>
                  <a:schemeClr val="tx1"/>
                </a:solidFill>
                <a:effectLst/>
                <a:latin typeface="+mn-lt"/>
                <a:ea typeface="+mn-ea"/>
                <a:cs typeface="+mn-cs"/>
              </a:rPr>
              <a:t>Goods treated before 1 Dec in target risk countries must meet the 120-hour window. Goods are only exempt from the meeting the 120 hours post window treatment in instances where the treatment occurs on or after 1 Dec OR if the goods are treated in a non target risk country. </a:t>
            </a:r>
          </a:p>
          <a:p>
            <a:r>
              <a:rPr lang="en-AU" sz="1200" b="0" i="0" kern="1200">
                <a:solidFill>
                  <a:schemeClr val="tx1"/>
                </a:solidFill>
                <a:effectLst/>
                <a:latin typeface="+mn-lt"/>
                <a:ea typeface="+mn-ea"/>
                <a:cs typeface="+mn-cs"/>
              </a:rPr>
              <a:t> NUFT declarations exempt certain goods from treatment if manufactured after 1 Dec and meet specific tariff codes.</a:t>
            </a:r>
            <a:endParaRPr lang="en-AU"/>
          </a:p>
        </p:txBody>
      </p:sp>
      <p:sp>
        <p:nvSpPr>
          <p:cNvPr id="4" name="Slide Number Placeholder 3"/>
          <p:cNvSpPr>
            <a:spLocks noGrp="1"/>
          </p:cNvSpPr>
          <p:nvPr>
            <p:ph type="sldNum" sz="quarter" idx="5"/>
          </p:nvPr>
        </p:nvSpPr>
        <p:spPr/>
        <p:txBody>
          <a:bodyPr/>
          <a:lstStyle/>
          <a:p>
            <a:fld id="{15F453A5-8E06-450B-9CE8-B02AC4B7487A}" type="slidenum">
              <a:rPr lang="en-AU" smtClean="0"/>
              <a:t>9</a:t>
            </a:fld>
            <a:endParaRPr lang="en-AU"/>
          </a:p>
        </p:txBody>
      </p:sp>
    </p:spTree>
    <p:extLst>
      <p:ext uri="{BB962C8B-B14F-4D97-AF65-F5344CB8AC3E}">
        <p14:creationId xmlns:p14="http://schemas.microsoft.com/office/powerpoint/2010/main" val="31499381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kern="1200">
                <a:solidFill>
                  <a:schemeClr val="tx1"/>
                </a:solidFill>
                <a:effectLst/>
                <a:latin typeface="+mn-lt"/>
                <a:ea typeface="+mn-ea"/>
                <a:cs typeface="+mn-cs"/>
              </a:rPr>
              <a:t>Random inspections apply to sea and air cargo. Sea cargo inspections must occur at approved sites. And again, airfreight from USA and China will be inspected randomly but not subject to mandatory treatment.</a:t>
            </a:r>
            <a:endParaRPr lang="en-AU"/>
          </a:p>
        </p:txBody>
      </p:sp>
      <p:sp>
        <p:nvSpPr>
          <p:cNvPr id="4" name="Slide Number Placeholder 3"/>
          <p:cNvSpPr>
            <a:spLocks noGrp="1"/>
          </p:cNvSpPr>
          <p:nvPr>
            <p:ph type="sldNum" sz="quarter" idx="5"/>
          </p:nvPr>
        </p:nvSpPr>
        <p:spPr/>
        <p:txBody>
          <a:bodyPr/>
          <a:lstStyle/>
          <a:p>
            <a:fld id="{15F453A5-8E06-450B-9CE8-B02AC4B7487A}" type="slidenum">
              <a:rPr lang="en-AU" smtClean="0"/>
              <a:t>10</a:t>
            </a:fld>
            <a:endParaRPr lang="en-AU"/>
          </a:p>
        </p:txBody>
      </p:sp>
    </p:spTree>
    <p:extLst>
      <p:ext uri="{BB962C8B-B14F-4D97-AF65-F5344CB8AC3E}">
        <p14:creationId xmlns:p14="http://schemas.microsoft.com/office/powerpoint/2010/main" val="40645946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kern="1200">
                <a:solidFill>
                  <a:schemeClr val="tx1"/>
                </a:solidFill>
                <a:effectLst/>
                <a:latin typeface="+mn-lt"/>
                <a:ea typeface="+mn-ea"/>
                <a:cs typeface="+mn-cs"/>
              </a:rPr>
              <a:t>Sealing declarations verify compliance with treatment and sealing timelines must be completed at the port of origin and are not valid for break bulk, FR or OT or modified containers.</a:t>
            </a:r>
            <a:endParaRPr lang="en-AU"/>
          </a:p>
        </p:txBody>
      </p:sp>
      <p:sp>
        <p:nvSpPr>
          <p:cNvPr id="4" name="Slide Number Placeholder 3"/>
          <p:cNvSpPr>
            <a:spLocks noGrp="1"/>
          </p:cNvSpPr>
          <p:nvPr>
            <p:ph type="sldNum" sz="quarter" idx="5"/>
          </p:nvPr>
        </p:nvSpPr>
        <p:spPr/>
        <p:txBody>
          <a:bodyPr/>
          <a:lstStyle/>
          <a:p>
            <a:fld id="{15F453A5-8E06-450B-9CE8-B02AC4B7487A}" type="slidenum">
              <a:rPr lang="en-AU" smtClean="0"/>
              <a:t>11</a:t>
            </a:fld>
            <a:endParaRPr lang="en-AU"/>
          </a:p>
        </p:txBody>
      </p:sp>
    </p:spTree>
    <p:extLst>
      <p:ext uri="{BB962C8B-B14F-4D97-AF65-F5344CB8AC3E}">
        <p14:creationId xmlns:p14="http://schemas.microsoft.com/office/powerpoint/2010/main" val="20320238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kern="1200">
                <a:solidFill>
                  <a:schemeClr val="tx1"/>
                </a:solidFill>
                <a:effectLst/>
                <a:latin typeface="+mn-lt"/>
                <a:ea typeface="+mn-ea"/>
                <a:cs typeface="+mn-cs"/>
              </a:rPr>
              <a:t>Goods in transit during provider suspension may be discharged if an approved risk management plan is in place. Specific documentation and timelines are required. This season we have introduced a standardised application form to streamline the application process – this application form can be downloaded from our webpage. </a:t>
            </a:r>
            <a:endParaRPr lang="en-AU"/>
          </a:p>
        </p:txBody>
      </p:sp>
      <p:sp>
        <p:nvSpPr>
          <p:cNvPr id="4" name="Slide Number Placeholder 3"/>
          <p:cNvSpPr>
            <a:spLocks noGrp="1"/>
          </p:cNvSpPr>
          <p:nvPr>
            <p:ph type="sldNum" sz="quarter" idx="5"/>
          </p:nvPr>
        </p:nvSpPr>
        <p:spPr/>
        <p:txBody>
          <a:bodyPr/>
          <a:lstStyle/>
          <a:p>
            <a:fld id="{15F453A5-8E06-450B-9CE8-B02AC4B7487A}" type="slidenum">
              <a:rPr lang="en-AU" smtClean="0"/>
              <a:t>12</a:t>
            </a:fld>
            <a:endParaRPr lang="en-AU"/>
          </a:p>
        </p:txBody>
      </p:sp>
    </p:spTree>
    <p:extLst>
      <p:ext uri="{BB962C8B-B14F-4D97-AF65-F5344CB8AC3E}">
        <p14:creationId xmlns:p14="http://schemas.microsoft.com/office/powerpoint/2010/main" val="14621176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kern="1200">
                <a:solidFill>
                  <a:schemeClr val="tx1"/>
                </a:solidFill>
                <a:effectLst/>
                <a:latin typeface="+mn-lt"/>
                <a:ea typeface="+mn-ea"/>
                <a:cs typeface="+mn-cs"/>
              </a:rPr>
              <a:t>Goods delayed at the port due to the shipping line may be eligible for onshore retreatment if the delay is no more than 48 hours—meaning the shipped-on-board date is within 168 hours of treatment completion.</a:t>
            </a:r>
          </a:p>
          <a:p>
            <a:r>
              <a:rPr lang="en-AU" sz="1200" b="0" i="0" kern="1200">
                <a:solidFill>
                  <a:schemeClr val="tx1"/>
                </a:solidFill>
                <a:effectLst/>
                <a:latin typeface="+mn-lt"/>
                <a:ea typeface="+mn-ea"/>
                <a:cs typeface="+mn-cs"/>
              </a:rPr>
              <a:t>This season, we’ve introduced a standardised application form to streamline the process. The form is available for download from our webpage.</a:t>
            </a:r>
          </a:p>
          <a:p>
            <a:r>
              <a:rPr lang="en-AU" sz="1200" b="0" i="0" kern="1200">
                <a:solidFill>
                  <a:schemeClr val="tx1"/>
                </a:solidFill>
                <a:effectLst/>
                <a:latin typeface="+mn-lt"/>
                <a:ea typeface="+mn-ea"/>
                <a:cs typeface="+mn-cs"/>
              </a:rPr>
              <a:t>For both In-Transit and Rolled Goods applications, we strongly encourage importers or brokers to apply for retreatment as early as possible and prior to arrival. This helps ensure eligible consignments receive timely approval and directions, reducing container dwell time at the wharf and efficiently managing BMSB risk.</a:t>
            </a:r>
          </a:p>
        </p:txBody>
      </p:sp>
      <p:sp>
        <p:nvSpPr>
          <p:cNvPr id="4" name="Slide Number Placeholder 3"/>
          <p:cNvSpPr>
            <a:spLocks noGrp="1"/>
          </p:cNvSpPr>
          <p:nvPr>
            <p:ph type="sldNum" sz="quarter" idx="5"/>
          </p:nvPr>
        </p:nvSpPr>
        <p:spPr/>
        <p:txBody>
          <a:bodyPr/>
          <a:lstStyle/>
          <a:p>
            <a:fld id="{15F453A5-8E06-450B-9CE8-B02AC4B7487A}" type="slidenum">
              <a:rPr lang="en-AU" smtClean="0"/>
              <a:t>13</a:t>
            </a:fld>
            <a:endParaRPr lang="en-AU"/>
          </a:p>
        </p:txBody>
      </p:sp>
    </p:spTree>
    <p:extLst>
      <p:ext uri="{BB962C8B-B14F-4D97-AF65-F5344CB8AC3E}">
        <p14:creationId xmlns:p14="http://schemas.microsoft.com/office/powerpoint/2010/main" val="23935385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kern="1200">
                <a:solidFill>
                  <a:schemeClr val="tx1"/>
                </a:solidFill>
                <a:effectLst/>
                <a:latin typeface="+mn-lt"/>
                <a:ea typeface="+mn-ea"/>
                <a:cs typeface="+mn-cs"/>
              </a:rPr>
              <a:t>Goods from UK, China, Japan, and Korea are subject to random inspections only. However, if manufactured in a target risk country and shipped via an emerging risk country, full measures apply.</a:t>
            </a:r>
            <a:endParaRPr lang="en-AU"/>
          </a:p>
        </p:txBody>
      </p:sp>
      <p:sp>
        <p:nvSpPr>
          <p:cNvPr id="4" name="Slide Number Placeholder 3"/>
          <p:cNvSpPr>
            <a:spLocks noGrp="1"/>
          </p:cNvSpPr>
          <p:nvPr>
            <p:ph type="sldNum" sz="quarter" idx="5"/>
          </p:nvPr>
        </p:nvSpPr>
        <p:spPr/>
        <p:txBody>
          <a:bodyPr/>
          <a:lstStyle/>
          <a:p>
            <a:fld id="{15F453A5-8E06-450B-9CE8-B02AC4B7487A}" type="slidenum">
              <a:rPr lang="en-AU" smtClean="0"/>
              <a:t>14</a:t>
            </a:fld>
            <a:endParaRPr lang="en-AU"/>
          </a:p>
        </p:txBody>
      </p:sp>
    </p:spTree>
    <p:extLst>
      <p:ext uri="{BB962C8B-B14F-4D97-AF65-F5344CB8AC3E}">
        <p14:creationId xmlns:p14="http://schemas.microsoft.com/office/powerpoint/2010/main" val="7209773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kern="1200">
                <a:solidFill>
                  <a:schemeClr val="tx1"/>
                </a:solidFill>
                <a:effectLst/>
                <a:latin typeface="+mn-lt"/>
                <a:ea typeface="+mn-ea"/>
                <a:cs typeface="+mn-cs"/>
              </a:rPr>
              <a:t>UPEs under B534 and approved for tariff 99 are exempt from treatment. Goods reported under FID or not where the B354 is not endorsed/approved by ABF must comply with BMSB measures. Diplomatic goods are also not exempt.</a:t>
            </a:r>
            <a:endParaRPr lang="en-AU"/>
          </a:p>
        </p:txBody>
      </p:sp>
      <p:sp>
        <p:nvSpPr>
          <p:cNvPr id="4" name="Slide Number Placeholder 3"/>
          <p:cNvSpPr>
            <a:spLocks noGrp="1"/>
          </p:cNvSpPr>
          <p:nvPr>
            <p:ph type="sldNum" sz="quarter" idx="5"/>
          </p:nvPr>
        </p:nvSpPr>
        <p:spPr/>
        <p:txBody>
          <a:bodyPr/>
          <a:lstStyle/>
          <a:p>
            <a:fld id="{15F453A5-8E06-450B-9CE8-B02AC4B7487A}" type="slidenum">
              <a:rPr lang="en-AU" smtClean="0"/>
              <a:t>15</a:t>
            </a:fld>
            <a:endParaRPr lang="en-AU"/>
          </a:p>
        </p:txBody>
      </p:sp>
    </p:spTree>
    <p:extLst>
      <p:ext uri="{BB962C8B-B14F-4D97-AF65-F5344CB8AC3E}">
        <p14:creationId xmlns:p14="http://schemas.microsoft.com/office/powerpoint/2010/main" val="33686826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kern="1200">
                <a:solidFill>
                  <a:schemeClr val="tx1"/>
                </a:solidFill>
                <a:effectLst/>
                <a:latin typeface="+mn-lt"/>
                <a:ea typeface="+mn-ea"/>
                <a:cs typeface="+mn-cs"/>
              </a:rPr>
              <a:t>LCL/FAK containers are managed at the container level. MC declarations must be submitted via the online portal. Authenticator issues can be resolved by contacting HPP</a:t>
            </a:r>
            <a:endParaRPr lang="en-AU"/>
          </a:p>
        </p:txBody>
      </p:sp>
      <p:sp>
        <p:nvSpPr>
          <p:cNvPr id="4" name="Slide Number Placeholder 3"/>
          <p:cNvSpPr>
            <a:spLocks noGrp="1"/>
          </p:cNvSpPr>
          <p:nvPr>
            <p:ph type="sldNum" sz="quarter" idx="5"/>
          </p:nvPr>
        </p:nvSpPr>
        <p:spPr/>
        <p:txBody>
          <a:bodyPr/>
          <a:lstStyle/>
          <a:p>
            <a:fld id="{15F453A5-8E06-450B-9CE8-B02AC4B7487A}" type="slidenum">
              <a:rPr lang="en-AU" smtClean="0"/>
              <a:t>16</a:t>
            </a:fld>
            <a:endParaRPr lang="en-AU"/>
          </a:p>
        </p:txBody>
      </p:sp>
    </p:spTree>
    <p:extLst>
      <p:ext uri="{BB962C8B-B14F-4D97-AF65-F5344CB8AC3E}">
        <p14:creationId xmlns:p14="http://schemas.microsoft.com/office/powerpoint/2010/main" val="27835548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kern="1200">
                <a:solidFill>
                  <a:schemeClr val="tx1"/>
                </a:solidFill>
                <a:effectLst/>
                <a:latin typeface="+mn-lt"/>
                <a:ea typeface="+mn-ea"/>
                <a:cs typeface="+mn-cs"/>
              </a:rPr>
              <a:t>Amending cargo type in ICS can trigger holds. To reduce delays please ensure accurate reporting before unpacking. Contact BMSBprocessing for hold removals or reporting issues.</a:t>
            </a:r>
            <a:endParaRPr lang="en-AU"/>
          </a:p>
        </p:txBody>
      </p:sp>
      <p:sp>
        <p:nvSpPr>
          <p:cNvPr id="4" name="Slide Number Placeholder 3"/>
          <p:cNvSpPr>
            <a:spLocks noGrp="1"/>
          </p:cNvSpPr>
          <p:nvPr>
            <p:ph type="sldNum" sz="quarter" idx="5"/>
          </p:nvPr>
        </p:nvSpPr>
        <p:spPr/>
        <p:txBody>
          <a:bodyPr/>
          <a:lstStyle/>
          <a:p>
            <a:fld id="{15F453A5-8E06-450B-9CE8-B02AC4B7487A}" type="slidenum">
              <a:rPr lang="en-AU" smtClean="0"/>
              <a:t>17</a:t>
            </a:fld>
            <a:endParaRPr lang="en-AU"/>
          </a:p>
        </p:txBody>
      </p:sp>
    </p:spTree>
    <p:extLst>
      <p:ext uri="{BB962C8B-B14F-4D97-AF65-F5344CB8AC3E}">
        <p14:creationId xmlns:p14="http://schemas.microsoft.com/office/powerpoint/2010/main" val="12165500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kern="1200">
                <a:solidFill>
                  <a:schemeClr val="tx1"/>
                </a:solidFill>
                <a:effectLst/>
                <a:latin typeface="+mn-lt"/>
                <a:ea typeface="+mn-ea"/>
                <a:cs typeface="+mn-cs"/>
              </a:rPr>
              <a:t>Industry plays a vital role in biosecurity. Stay informed via our website and subscribe to updates. </a:t>
            </a:r>
            <a:endParaRPr lang="en-AU"/>
          </a:p>
        </p:txBody>
      </p:sp>
      <p:sp>
        <p:nvSpPr>
          <p:cNvPr id="4" name="Slide Number Placeholder 3"/>
          <p:cNvSpPr>
            <a:spLocks noGrp="1"/>
          </p:cNvSpPr>
          <p:nvPr>
            <p:ph type="sldNum" sz="quarter" idx="5"/>
          </p:nvPr>
        </p:nvSpPr>
        <p:spPr/>
        <p:txBody>
          <a:bodyPr/>
          <a:lstStyle/>
          <a:p>
            <a:fld id="{15F453A5-8E06-450B-9CE8-B02AC4B7487A}" type="slidenum">
              <a:rPr lang="en-AU" smtClean="0"/>
              <a:t>18</a:t>
            </a:fld>
            <a:endParaRPr lang="en-AU"/>
          </a:p>
        </p:txBody>
      </p:sp>
    </p:spTree>
    <p:extLst>
      <p:ext uri="{BB962C8B-B14F-4D97-AF65-F5344CB8AC3E}">
        <p14:creationId xmlns:p14="http://schemas.microsoft.com/office/powerpoint/2010/main" val="27774941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kern="1200">
                <a:solidFill>
                  <a:schemeClr val="tx1"/>
                </a:solidFill>
                <a:effectLst/>
                <a:latin typeface="+mn-lt"/>
                <a:ea typeface="+mn-ea"/>
                <a:cs typeface="+mn-cs"/>
              </a:rPr>
              <a:t>Recapping on the key changes include new emerging risk countries, airfreight inspections, and updated safeguarding and rolled/transit policies. Contact details are provided for further queries.</a:t>
            </a:r>
            <a:endParaRPr lang="en-AU"/>
          </a:p>
        </p:txBody>
      </p:sp>
      <p:sp>
        <p:nvSpPr>
          <p:cNvPr id="4" name="Slide Number Placeholder 3"/>
          <p:cNvSpPr>
            <a:spLocks noGrp="1"/>
          </p:cNvSpPr>
          <p:nvPr>
            <p:ph type="sldNum" sz="quarter" idx="5"/>
          </p:nvPr>
        </p:nvSpPr>
        <p:spPr/>
        <p:txBody>
          <a:bodyPr/>
          <a:lstStyle/>
          <a:p>
            <a:fld id="{15F453A5-8E06-450B-9CE8-B02AC4B7487A}" type="slidenum">
              <a:rPr lang="en-AU" smtClean="0"/>
              <a:t>19</a:t>
            </a:fld>
            <a:endParaRPr lang="en-AU"/>
          </a:p>
        </p:txBody>
      </p:sp>
    </p:spTree>
    <p:extLst>
      <p:ext uri="{BB962C8B-B14F-4D97-AF65-F5344CB8AC3E}">
        <p14:creationId xmlns:p14="http://schemas.microsoft.com/office/powerpoint/2010/main" val="32272163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45A2DFB5-8B00-2D60-251B-0760199BA9D6}"/>
              </a:ext>
            </a:extLst>
          </p:cNvPr>
          <p:cNvSpPr>
            <a:spLocks noGrp="1"/>
          </p:cNvSpPr>
          <p:nvPr>
            <p:ph type="body" sz="quarter" idx="11" hasCustomPrompt="1"/>
          </p:nvPr>
        </p:nvSpPr>
        <p:spPr>
          <a:xfrm>
            <a:off x="975186" y="3151098"/>
            <a:ext cx="4928201" cy="646450"/>
          </a:xfrm>
          <a:prstGeom prst="rect">
            <a:avLst/>
          </a:prstGeom>
        </p:spPr>
        <p:txBody>
          <a:bodyPr/>
          <a:lstStyle>
            <a:lvl1pPr marL="0" indent="0">
              <a:buNone/>
              <a:defRPr/>
            </a:lvl1pPr>
          </a:lstStyle>
          <a:p>
            <a:pPr marL="0" marR="0" lvl="0" indent="0" algn="l" defTabSz="457200" rtl="0" eaLnBrk="1" fontAlgn="base" latinLnBrk="0" hangingPunct="1">
              <a:lnSpc>
                <a:spcPts val="26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333333">
                    <a:lumMod val="50000"/>
                  </a:srgbClr>
                </a:solidFill>
                <a:effectLst/>
                <a:uLnTx/>
                <a:uFillTx/>
                <a:latin typeface="Calibri" panose="020F0502020204030204" pitchFamily="34" charset="0"/>
                <a:ea typeface="+mn-ea"/>
                <a:cs typeface="Arial"/>
              </a:rPr>
              <a:t>Subheading</a:t>
            </a:r>
          </a:p>
          <a:p>
            <a:pPr marL="0" marR="0" lvl="0" indent="0" algn="l" defTabSz="457200" rtl="0" eaLnBrk="1" fontAlgn="base" latinLnBrk="0" hangingPunct="1">
              <a:lnSpc>
                <a:spcPts val="2600"/>
              </a:lnSpc>
              <a:spcBef>
                <a:spcPct val="0"/>
              </a:spcBef>
              <a:spcAft>
                <a:spcPct val="0"/>
              </a:spcAft>
              <a:buClrTx/>
              <a:buSzTx/>
              <a:buFontTx/>
              <a:buNone/>
              <a:tabLst/>
              <a:defRPr/>
            </a:pPr>
            <a:endParaRPr kumimoji="0" lang="en-US" altLang="en-US" sz="3000" b="0" i="0" u="none" strike="noStrike" kern="1200" cap="none" spc="0" normalizeH="0" baseline="0" noProof="0">
              <a:ln>
                <a:noFill/>
              </a:ln>
              <a:solidFill>
                <a:srgbClr val="333333">
                  <a:lumMod val="50000"/>
                </a:srgbClr>
              </a:solidFill>
              <a:effectLst/>
              <a:uLnTx/>
              <a:uFillTx/>
              <a:latin typeface="Calibri" panose="020F0502020204030204" pitchFamily="34" charset="0"/>
              <a:ea typeface="+mn-ea"/>
              <a:cs typeface="Arial"/>
            </a:endParaRPr>
          </a:p>
        </p:txBody>
      </p:sp>
      <p:cxnSp>
        <p:nvCxnSpPr>
          <p:cNvPr id="15" name="Straight Connector 14">
            <a:extLst>
              <a:ext uri="{FF2B5EF4-FFF2-40B4-BE49-F238E27FC236}">
                <a16:creationId xmlns:a16="http://schemas.microsoft.com/office/drawing/2014/main" id="{EBC4C94C-F4D6-5826-679A-82424D1B7901}"/>
              </a:ext>
            </a:extLst>
          </p:cNvPr>
          <p:cNvCxnSpPr/>
          <p:nvPr userDrawn="1"/>
        </p:nvCxnSpPr>
        <p:spPr>
          <a:xfrm>
            <a:off x="1092832" y="6248618"/>
            <a:ext cx="4248149" cy="0"/>
          </a:xfrm>
          <a:prstGeom prst="line">
            <a:avLst/>
          </a:prstGeom>
          <a:noFill/>
          <a:ln w="6350" cap="flat" cmpd="sng" algn="ctr">
            <a:solidFill>
              <a:srgbClr val="333333"/>
            </a:solidFill>
            <a:prstDash val="solid"/>
          </a:ln>
          <a:effectLst/>
        </p:spPr>
      </p:cxnSp>
      <p:sp>
        <p:nvSpPr>
          <p:cNvPr id="42" name="Text Placeholder 41">
            <a:extLst>
              <a:ext uri="{FF2B5EF4-FFF2-40B4-BE49-F238E27FC236}">
                <a16:creationId xmlns:a16="http://schemas.microsoft.com/office/drawing/2014/main" id="{EF98EF4C-B917-2A40-796F-636B1FDE67DE}"/>
              </a:ext>
            </a:extLst>
          </p:cNvPr>
          <p:cNvSpPr>
            <a:spLocks noGrp="1"/>
          </p:cNvSpPr>
          <p:nvPr>
            <p:ph type="body" sz="quarter" idx="16" hasCustomPrompt="1"/>
          </p:nvPr>
        </p:nvSpPr>
        <p:spPr>
          <a:xfrm>
            <a:off x="973669" y="3825451"/>
            <a:ext cx="4928202" cy="403225"/>
          </a:xfrm>
          <a:prstGeom prst="rect">
            <a:avLst/>
          </a:prstGeom>
        </p:spPr>
        <p:txBody>
          <a:bodyPr/>
          <a:lstStyle>
            <a:lvl1pPr marL="0" indent="0">
              <a:buNone/>
              <a:defRPr sz="1800"/>
            </a:lvl1pPr>
          </a:lstStyle>
          <a:p>
            <a:pPr lvl="0"/>
            <a:r>
              <a:rPr lang="en-US"/>
              <a:t>Day Month Year</a:t>
            </a:r>
          </a:p>
        </p:txBody>
      </p:sp>
      <p:sp>
        <p:nvSpPr>
          <p:cNvPr id="43" name="Title 42">
            <a:extLst>
              <a:ext uri="{FF2B5EF4-FFF2-40B4-BE49-F238E27FC236}">
                <a16:creationId xmlns:a16="http://schemas.microsoft.com/office/drawing/2014/main" id="{A358187C-3D64-C566-B4CC-B8AE8179F264}"/>
              </a:ext>
            </a:extLst>
          </p:cNvPr>
          <p:cNvSpPr>
            <a:spLocks noGrp="1"/>
          </p:cNvSpPr>
          <p:nvPr>
            <p:ph type="title" hasCustomPrompt="1"/>
          </p:nvPr>
        </p:nvSpPr>
        <p:spPr>
          <a:xfrm>
            <a:off x="957969" y="2069868"/>
            <a:ext cx="4945417" cy="838202"/>
          </a:xfrm>
          <a:prstGeom prst="rect">
            <a:avLst/>
          </a:prstGeom>
        </p:spPr>
        <p:txBody>
          <a:bodyPr/>
          <a:lstStyle>
            <a:lvl1pPr>
              <a:lnSpc>
                <a:spcPct val="80000"/>
              </a:lnSpc>
              <a:defRPr sz="3600" b="1" i="0">
                <a:latin typeface="Calibri "/>
              </a:defRPr>
            </a:lvl1pPr>
          </a:lstStyle>
          <a:p>
            <a:r>
              <a:rPr lang="en-AU"/>
              <a:t>Heading 1 [max 2 lines]</a:t>
            </a:r>
          </a:p>
        </p:txBody>
      </p:sp>
      <p:sp>
        <p:nvSpPr>
          <p:cNvPr id="49" name="Text Placeholder 48">
            <a:extLst>
              <a:ext uri="{FF2B5EF4-FFF2-40B4-BE49-F238E27FC236}">
                <a16:creationId xmlns:a16="http://schemas.microsoft.com/office/drawing/2014/main" id="{39118412-518D-5B39-2958-1B46FB9967CE}"/>
              </a:ext>
            </a:extLst>
          </p:cNvPr>
          <p:cNvSpPr>
            <a:spLocks noGrp="1"/>
          </p:cNvSpPr>
          <p:nvPr>
            <p:ph type="body" sz="quarter" idx="18" hasCustomPrompt="1"/>
          </p:nvPr>
        </p:nvSpPr>
        <p:spPr>
          <a:xfrm>
            <a:off x="973668" y="5643566"/>
            <a:ext cx="4928200" cy="267919"/>
          </a:xfrm>
          <a:prstGeom prst="rect">
            <a:avLst/>
          </a:prstGeom>
        </p:spPr>
        <p:txBody>
          <a:bodyPr/>
          <a:lstStyle>
            <a:lvl1pPr marL="0" indent="0">
              <a:buNone/>
              <a:defRPr sz="1600" b="1"/>
            </a:lvl1pPr>
          </a:lstStyle>
          <a:p>
            <a:pPr marL="0" marR="0" lvl="0" indent="0" algn="l" defTabSz="457200" rtl="0" eaLnBrk="1" fontAlgn="base" latinLnBrk="0" hangingPunct="1">
              <a:lnSpc>
                <a:spcPct val="90000"/>
              </a:lnSpc>
              <a:spcBef>
                <a:spcPct val="0"/>
              </a:spcBef>
              <a:spcAft>
                <a:spcPct val="0"/>
              </a:spcAft>
              <a:buClrTx/>
              <a:buSzTx/>
              <a:buFontTx/>
              <a:buNone/>
              <a:tabLst/>
              <a:defRPr/>
            </a:pPr>
            <a:r>
              <a:rPr kumimoji="0" lang="en-AU" altLang="en-US" sz="1600" b="1" i="0" u="none" strike="noStrike" kern="1200" cap="none" spc="0" normalizeH="0" baseline="0" noProof="0">
                <a:ln>
                  <a:noFill/>
                </a:ln>
                <a:solidFill>
                  <a:srgbClr val="333333">
                    <a:lumMod val="50000"/>
                  </a:srgbClr>
                </a:solidFill>
                <a:effectLst/>
                <a:uLnTx/>
                <a:uFillTx/>
                <a:latin typeface="Calibri" panose="020F0502020204030204" pitchFamily="34" charset="0"/>
                <a:ea typeface="ＭＳ Ｐゴシック" panose="020B0600070205080204" pitchFamily="34" charset="-128"/>
                <a:cs typeface="Arial"/>
              </a:rPr>
              <a:t>Author’s name/Presenter</a:t>
            </a:r>
          </a:p>
        </p:txBody>
      </p:sp>
      <p:sp>
        <p:nvSpPr>
          <p:cNvPr id="53" name="Text Placeholder 52">
            <a:extLst>
              <a:ext uri="{FF2B5EF4-FFF2-40B4-BE49-F238E27FC236}">
                <a16:creationId xmlns:a16="http://schemas.microsoft.com/office/drawing/2014/main" id="{69404F18-26C9-8049-9B24-438E84D16780}"/>
              </a:ext>
            </a:extLst>
          </p:cNvPr>
          <p:cNvSpPr>
            <a:spLocks noGrp="1"/>
          </p:cNvSpPr>
          <p:nvPr>
            <p:ph type="body" sz="quarter" idx="20" hasCustomPrompt="1"/>
          </p:nvPr>
        </p:nvSpPr>
        <p:spPr>
          <a:xfrm>
            <a:off x="973666" y="5911483"/>
            <a:ext cx="4928201" cy="337136"/>
          </a:xfrm>
          <a:prstGeom prst="rect">
            <a:avLst/>
          </a:prstGeom>
        </p:spPr>
        <p:txBody>
          <a:bodyPr/>
          <a:lstStyle>
            <a:lvl1pPr marL="0" indent="0">
              <a:buNone/>
              <a:defRPr sz="1600"/>
            </a:lvl1p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AU" altLang="en-US" sz="1600" b="0" i="0" u="none" strike="noStrike" kern="1200" cap="none" spc="0" normalizeH="0" baseline="0" noProof="0">
                <a:ln>
                  <a:noFill/>
                </a:ln>
                <a:solidFill>
                  <a:srgbClr val="333333"/>
                </a:solidFill>
                <a:effectLst/>
                <a:uLnTx/>
                <a:uFillTx/>
                <a:latin typeface="Calibri" panose="020F0502020204030204" pitchFamily="34" charset="0"/>
                <a:ea typeface="ＭＳ Ｐゴシック" panose="020B0600070205080204" pitchFamily="34" charset="-128"/>
                <a:cs typeface="Arial"/>
              </a:rPr>
              <a:t>Branch/Division</a:t>
            </a:r>
            <a:endParaRPr kumimoji="0" lang="en-US" altLang="en-US" sz="1600" b="0" i="0" u="none" strike="noStrike" kern="1200" cap="none" spc="0" normalizeH="0" baseline="0" noProof="0">
              <a:ln>
                <a:noFill/>
              </a:ln>
              <a:solidFill>
                <a:srgbClr val="333333"/>
              </a:solidFill>
              <a:effectLst/>
              <a:uLnTx/>
              <a:uFillTx/>
              <a:latin typeface="Calibri" panose="020F0502020204030204" pitchFamily="34" charset="0"/>
              <a:ea typeface="ＭＳ Ｐゴシック" panose="020B0600070205080204" pitchFamily="34" charset="-128"/>
              <a:cs typeface="Arial"/>
            </a:endParaRPr>
          </a:p>
        </p:txBody>
      </p:sp>
      <p:pic>
        <p:nvPicPr>
          <p:cNvPr id="13" name="Picture 12">
            <a:extLst>
              <a:ext uri="{FF2B5EF4-FFF2-40B4-BE49-F238E27FC236}">
                <a16:creationId xmlns:a16="http://schemas.microsoft.com/office/drawing/2014/main" id="{F1AFC7F9-E994-69B1-F305-49E1147BA0B4}"/>
              </a:ext>
            </a:extLst>
          </p:cNvPr>
          <p:cNvPicPr>
            <a:picLocks noChangeAspect="1"/>
          </p:cNvPicPr>
          <p:nvPr userDrawn="1"/>
        </p:nvPicPr>
        <p:blipFill>
          <a:blip r:embed="rId2"/>
          <a:stretch>
            <a:fillRect/>
          </a:stretch>
        </p:blipFill>
        <p:spPr>
          <a:xfrm>
            <a:off x="958850" y="555091"/>
            <a:ext cx="2441453" cy="710185"/>
          </a:xfrm>
          <a:prstGeom prst="rect">
            <a:avLst/>
          </a:prstGeom>
        </p:spPr>
      </p:pic>
    </p:spTree>
    <p:extLst>
      <p:ext uri="{BB962C8B-B14F-4D97-AF65-F5344CB8AC3E}">
        <p14:creationId xmlns:p14="http://schemas.microsoft.com/office/powerpoint/2010/main" val="30471046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Custom Layout">
    <p:bg>
      <p:bgPr>
        <a:solidFill>
          <a:schemeClr val="bg2">
            <a:alpha val="40000"/>
          </a:schemeClr>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9ED6A75-27E3-01D7-F3BB-99990D4E656C}"/>
              </a:ext>
            </a:extLst>
          </p:cNvPr>
          <p:cNvSpPr>
            <a:spLocks noGrp="1"/>
          </p:cNvSpPr>
          <p:nvPr>
            <p:ph type="body" sz="quarter" idx="13" hasCustomPrompt="1"/>
          </p:nvPr>
        </p:nvSpPr>
        <p:spPr>
          <a:xfrm>
            <a:off x="958851" y="2089397"/>
            <a:ext cx="10274299" cy="1039812"/>
          </a:xfrm>
          <a:prstGeom prst="rect">
            <a:avLst/>
          </a:prstGeom>
        </p:spPr>
        <p:txBody>
          <a:bodyPr/>
          <a:lstStyle>
            <a:lvl1pPr marL="0" indent="0">
              <a:lnSpc>
                <a:spcPct val="70000"/>
              </a:lnSpc>
              <a:buNone/>
              <a:defRPr sz="7200" b="0">
                <a:latin typeface="+mn-lt"/>
              </a:defRPr>
            </a:lvl1pPr>
          </a:lstStyle>
          <a:p>
            <a:pPr lvl="0"/>
            <a:r>
              <a:rPr lang="en-US"/>
              <a:t>Section heading</a:t>
            </a:r>
          </a:p>
        </p:txBody>
      </p:sp>
      <p:sp>
        <p:nvSpPr>
          <p:cNvPr id="5" name="Text Placeholder 24">
            <a:extLst>
              <a:ext uri="{FF2B5EF4-FFF2-40B4-BE49-F238E27FC236}">
                <a16:creationId xmlns:a16="http://schemas.microsoft.com/office/drawing/2014/main" id="{217FAA4D-52E4-2D2E-00D2-E3EF84F998EC}"/>
              </a:ext>
            </a:extLst>
          </p:cNvPr>
          <p:cNvSpPr>
            <a:spLocks noGrp="1"/>
          </p:cNvSpPr>
          <p:nvPr>
            <p:ph type="body" sz="quarter" idx="12" hasCustomPrompt="1"/>
          </p:nvPr>
        </p:nvSpPr>
        <p:spPr>
          <a:xfrm>
            <a:off x="958851" y="3201401"/>
            <a:ext cx="10274300" cy="1293162"/>
          </a:xfrm>
          <a:prstGeom prst="rect">
            <a:avLst/>
          </a:prstGeom>
        </p:spPr>
        <p:txBody>
          <a:bodyPr/>
          <a:lstStyle>
            <a:lvl1pPr marL="0" indent="0">
              <a:buNone/>
              <a:defRPr/>
            </a:lvl1pPr>
          </a:lstStyle>
          <a:p>
            <a:pPr lvl="0"/>
            <a:r>
              <a:rPr lang="en-US"/>
              <a:t>Subheading</a:t>
            </a:r>
          </a:p>
        </p:txBody>
      </p:sp>
      <p:sp>
        <p:nvSpPr>
          <p:cNvPr id="6" name="Rectangle 5">
            <a:extLst>
              <a:ext uri="{FF2B5EF4-FFF2-40B4-BE49-F238E27FC236}">
                <a16:creationId xmlns:a16="http://schemas.microsoft.com/office/drawing/2014/main" id="{DA878F09-FD4C-18D0-7580-8432EAC84E63}"/>
              </a:ext>
            </a:extLst>
          </p:cNvPr>
          <p:cNvSpPr/>
          <p:nvPr userDrawn="1"/>
        </p:nvSpPr>
        <p:spPr>
          <a:xfrm>
            <a:off x="0" y="6356838"/>
            <a:ext cx="12192000" cy="403225"/>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4" name="Picture 3" descr="A picture containing text, vector graphics, balloon, aircraft&#10;&#10;Description automatically generated">
            <a:extLst>
              <a:ext uri="{FF2B5EF4-FFF2-40B4-BE49-F238E27FC236}">
                <a16:creationId xmlns:a16="http://schemas.microsoft.com/office/drawing/2014/main" id="{8F85B1BC-1BD0-5219-3BF9-6C7696D0F1D3}"/>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r="24004" b="23966"/>
          <a:stretch/>
        </p:blipFill>
        <p:spPr>
          <a:xfrm>
            <a:off x="7239268" y="1911552"/>
            <a:ext cx="4952732" cy="4946448"/>
          </a:xfrm>
          <a:prstGeom prst="rect">
            <a:avLst/>
          </a:prstGeom>
        </p:spPr>
      </p:pic>
    </p:spTree>
    <p:extLst>
      <p:ext uri="{BB962C8B-B14F-4D97-AF65-F5344CB8AC3E}">
        <p14:creationId xmlns:p14="http://schemas.microsoft.com/office/powerpoint/2010/main" val="356288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6_Custom Layout">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9ED6A75-27E3-01D7-F3BB-99990D4E656C}"/>
              </a:ext>
            </a:extLst>
          </p:cNvPr>
          <p:cNvSpPr>
            <a:spLocks noGrp="1"/>
          </p:cNvSpPr>
          <p:nvPr>
            <p:ph type="body" sz="quarter" idx="13" hasCustomPrompt="1"/>
          </p:nvPr>
        </p:nvSpPr>
        <p:spPr>
          <a:xfrm>
            <a:off x="958851" y="2089397"/>
            <a:ext cx="10274299" cy="1039812"/>
          </a:xfrm>
          <a:prstGeom prst="rect">
            <a:avLst/>
          </a:prstGeom>
        </p:spPr>
        <p:txBody>
          <a:bodyPr/>
          <a:lstStyle>
            <a:lvl1pPr marL="0" indent="0">
              <a:lnSpc>
                <a:spcPct val="70000"/>
              </a:lnSpc>
              <a:buNone/>
              <a:defRPr sz="7200" b="0">
                <a:latin typeface="+mn-lt"/>
              </a:defRPr>
            </a:lvl1pPr>
          </a:lstStyle>
          <a:p>
            <a:pPr lvl="0"/>
            <a:r>
              <a:rPr lang="en-US"/>
              <a:t>Section heading</a:t>
            </a:r>
          </a:p>
        </p:txBody>
      </p:sp>
      <p:sp>
        <p:nvSpPr>
          <p:cNvPr id="5" name="Text Placeholder 24">
            <a:extLst>
              <a:ext uri="{FF2B5EF4-FFF2-40B4-BE49-F238E27FC236}">
                <a16:creationId xmlns:a16="http://schemas.microsoft.com/office/drawing/2014/main" id="{217FAA4D-52E4-2D2E-00D2-E3EF84F998EC}"/>
              </a:ext>
            </a:extLst>
          </p:cNvPr>
          <p:cNvSpPr>
            <a:spLocks noGrp="1"/>
          </p:cNvSpPr>
          <p:nvPr>
            <p:ph type="body" sz="quarter" idx="12" hasCustomPrompt="1"/>
          </p:nvPr>
        </p:nvSpPr>
        <p:spPr>
          <a:xfrm>
            <a:off x="958851" y="3201401"/>
            <a:ext cx="10274300" cy="1293162"/>
          </a:xfrm>
          <a:prstGeom prst="rect">
            <a:avLst/>
          </a:prstGeom>
        </p:spPr>
        <p:txBody>
          <a:bodyPr/>
          <a:lstStyle>
            <a:lvl1pPr marL="0" indent="0">
              <a:buNone/>
              <a:defRPr/>
            </a:lvl1pPr>
          </a:lstStyle>
          <a:p>
            <a:pPr lvl="0"/>
            <a:r>
              <a:rPr lang="en-US"/>
              <a:t>Subheading</a:t>
            </a:r>
          </a:p>
        </p:txBody>
      </p:sp>
      <p:sp>
        <p:nvSpPr>
          <p:cNvPr id="6" name="Rectangle 5">
            <a:extLst>
              <a:ext uri="{FF2B5EF4-FFF2-40B4-BE49-F238E27FC236}">
                <a16:creationId xmlns:a16="http://schemas.microsoft.com/office/drawing/2014/main" id="{BFA0D14E-FB4D-E85B-9E24-C0CA3EE134C3}"/>
              </a:ext>
            </a:extLst>
          </p:cNvPr>
          <p:cNvSpPr/>
          <p:nvPr userDrawn="1"/>
        </p:nvSpPr>
        <p:spPr>
          <a:xfrm>
            <a:off x="0" y="6356838"/>
            <a:ext cx="12192000" cy="403225"/>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4" name="Picture 3" descr="A picture containing text, vector graphics, balloon, aircraft&#10;&#10;Description automatically generated">
            <a:extLst>
              <a:ext uri="{FF2B5EF4-FFF2-40B4-BE49-F238E27FC236}">
                <a16:creationId xmlns:a16="http://schemas.microsoft.com/office/drawing/2014/main" id="{8F85B1BC-1BD0-5219-3BF9-6C7696D0F1D3}"/>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l="-181" t="-1274" r="24419" b="24642"/>
          <a:stretch/>
        </p:blipFill>
        <p:spPr>
          <a:xfrm>
            <a:off x="8659904" y="3291681"/>
            <a:ext cx="3532096" cy="3566319"/>
          </a:xfrm>
          <a:prstGeom prst="rect">
            <a:avLst/>
          </a:prstGeom>
        </p:spPr>
      </p:pic>
    </p:spTree>
    <p:extLst>
      <p:ext uri="{BB962C8B-B14F-4D97-AF65-F5344CB8AC3E}">
        <p14:creationId xmlns:p14="http://schemas.microsoft.com/office/powerpoint/2010/main" val="939605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29643D6-C732-0263-258E-E397F60C2650}"/>
              </a:ext>
            </a:extLst>
          </p:cNvPr>
          <p:cNvSpPr/>
          <p:nvPr userDrawn="1"/>
        </p:nvSpPr>
        <p:spPr>
          <a:xfrm>
            <a:off x="0" y="6356838"/>
            <a:ext cx="12192000" cy="403225"/>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4" name="Picture 3" descr="A picture containing text, vector graphics, balloon, aircraft&#10;&#10;Description automatically generated">
            <a:extLst>
              <a:ext uri="{FF2B5EF4-FFF2-40B4-BE49-F238E27FC236}">
                <a16:creationId xmlns:a16="http://schemas.microsoft.com/office/drawing/2014/main" id="{8F85B1BC-1BD0-5219-3BF9-6C7696D0F1D3}"/>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r="24535" b="24028"/>
          <a:stretch/>
        </p:blipFill>
        <p:spPr>
          <a:xfrm>
            <a:off x="9772910" y="4426949"/>
            <a:ext cx="2419090" cy="2431051"/>
          </a:xfrm>
          <a:prstGeom prst="rect">
            <a:avLst/>
          </a:prstGeom>
        </p:spPr>
      </p:pic>
      <p:sp>
        <p:nvSpPr>
          <p:cNvPr id="3" name="Text Placeholder 2">
            <a:extLst>
              <a:ext uri="{FF2B5EF4-FFF2-40B4-BE49-F238E27FC236}">
                <a16:creationId xmlns:a16="http://schemas.microsoft.com/office/drawing/2014/main" id="{49ED6A75-27E3-01D7-F3BB-99990D4E656C}"/>
              </a:ext>
            </a:extLst>
          </p:cNvPr>
          <p:cNvSpPr>
            <a:spLocks noGrp="1"/>
          </p:cNvSpPr>
          <p:nvPr>
            <p:ph type="body" sz="quarter" idx="13" hasCustomPrompt="1"/>
          </p:nvPr>
        </p:nvSpPr>
        <p:spPr>
          <a:xfrm>
            <a:off x="958851" y="2089397"/>
            <a:ext cx="10274299" cy="1039812"/>
          </a:xfrm>
          <a:prstGeom prst="rect">
            <a:avLst/>
          </a:prstGeom>
        </p:spPr>
        <p:txBody>
          <a:bodyPr/>
          <a:lstStyle>
            <a:lvl1pPr marL="0" indent="0">
              <a:lnSpc>
                <a:spcPct val="70000"/>
              </a:lnSpc>
              <a:buNone/>
              <a:defRPr sz="7200" b="0">
                <a:latin typeface="+mn-lt"/>
              </a:defRPr>
            </a:lvl1pPr>
          </a:lstStyle>
          <a:p>
            <a:pPr lvl="0"/>
            <a:r>
              <a:rPr lang="en-US"/>
              <a:t>Section heading</a:t>
            </a:r>
          </a:p>
        </p:txBody>
      </p:sp>
      <p:sp>
        <p:nvSpPr>
          <p:cNvPr id="5" name="Text Placeholder 24">
            <a:extLst>
              <a:ext uri="{FF2B5EF4-FFF2-40B4-BE49-F238E27FC236}">
                <a16:creationId xmlns:a16="http://schemas.microsoft.com/office/drawing/2014/main" id="{217FAA4D-52E4-2D2E-00D2-E3EF84F998EC}"/>
              </a:ext>
            </a:extLst>
          </p:cNvPr>
          <p:cNvSpPr>
            <a:spLocks noGrp="1"/>
          </p:cNvSpPr>
          <p:nvPr>
            <p:ph type="body" sz="quarter" idx="12" hasCustomPrompt="1"/>
          </p:nvPr>
        </p:nvSpPr>
        <p:spPr>
          <a:xfrm>
            <a:off x="958851" y="3201401"/>
            <a:ext cx="10274300" cy="1293162"/>
          </a:xfrm>
          <a:prstGeom prst="rect">
            <a:avLst/>
          </a:prstGeom>
        </p:spPr>
        <p:txBody>
          <a:bodyPr/>
          <a:lstStyle>
            <a:lvl1pPr marL="0" indent="0">
              <a:buNone/>
              <a:defRPr/>
            </a:lvl1pPr>
          </a:lstStyle>
          <a:p>
            <a:pPr lvl="0"/>
            <a:r>
              <a:rPr lang="en-US"/>
              <a:t>Subheading</a:t>
            </a:r>
          </a:p>
        </p:txBody>
      </p:sp>
    </p:spTree>
    <p:extLst>
      <p:ext uri="{BB962C8B-B14F-4D97-AF65-F5344CB8AC3E}">
        <p14:creationId xmlns:p14="http://schemas.microsoft.com/office/powerpoint/2010/main" val="4072358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7_Custom Layout">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29643D6-C732-0263-258E-E397F60C2650}"/>
              </a:ext>
            </a:extLst>
          </p:cNvPr>
          <p:cNvSpPr/>
          <p:nvPr userDrawn="1"/>
        </p:nvSpPr>
        <p:spPr>
          <a:xfrm>
            <a:off x="0" y="6356838"/>
            <a:ext cx="12192000" cy="403225"/>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Text Placeholder 2">
            <a:extLst>
              <a:ext uri="{FF2B5EF4-FFF2-40B4-BE49-F238E27FC236}">
                <a16:creationId xmlns:a16="http://schemas.microsoft.com/office/drawing/2014/main" id="{49ED6A75-27E3-01D7-F3BB-99990D4E656C}"/>
              </a:ext>
            </a:extLst>
          </p:cNvPr>
          <p:cNvSpPr>
            <a:spLocks noGrp="1"/>
          </p:cNvSpPr>
          <p:nvPr>
            <p:ph type="body" sz="quarter" idx="13" hasCustomPrompt="1"/>
          </p:nvPr>
        </p:nvSpPr>
        <p:spPr>
          <a:xfrm>
            <a:off x="958851" y="2089397"/>
            <a:ext cx="10274299" cy="1039812"/>
          </a:xfrm>
          <a:prstGeom prst="rect">
            <a:avLst/>
          </a:prstGeom>
        </p:spPr>
        <p:txBody>
          <a:bodyPr/>
          <a:lstStyle>
            <a:lvl1pPr marL="0" indent="0">
              <a:lnSpc>
                <a:spcPct val="70000"/>
              </a:lnSpc>
              <a:buNone/>
              <a:defRPr sz="7200" b="0">
                <a:latin typeface="+mn-lt"/>
              </a:defRPr>
            </a:lvl1pPr>
          </a:lstStyle>
          <a:p>
            <a:pPr lvl="0"/>
            <a:r>
              <a:rPr lang="en-US"/>
              <a:t>Section heading</a:t>
            </a:r>
          </a:p>
        </p:txBody>
      </p:sp>
      <p:sp>
        <p:nvSpPr>
          <p:cNvPr id="5" name="Text Placeholder 24">
            <a:extLst>
              <a:ext uri="{FF2B5EF4-FFF2-40B4-BE49-F238E27FC236}">
                <a16:creationId xmlns:a16="http://schemas.microsoft.com/office/drawing/2014/main" id="{217FAA4D-52E4-2D2E-00D2-E3EF84F998EC}"/>
              </a:ext>
            </a:extLst>
          </p:cNvPr>
          <p:cNvSpPr>
            <a:spLocks noGrp="1"/>
          </p:cNvSpPr>
          <p:nvPr>
            <p:ph type="body" sz="quarter" idx="12" hasCustomPrompt="1"/>
          </p:nvPr>
        </p:nvSpPr>
        <p:spPr>
          <a:xfrm>
            <a:off x="958851" y="3201401"/>
            <a:ext cx="10274300" cy="1293162"/>
          </a:xfrm>
          <a:prstGeom prst="rect">
            <a:avLst/>
          </a:prstGeom>
        </p:spPr>
        <p:txBody>
          <a:bodyPr/>
          <a:lstStyle>
            <a:lvl1pPr marL="0" indent="0">
              <a:buNone/>
              <a:defRPr/>
            </a:lvl1pPr>
          </a:lstStyle>
          <a:p>
            <a:pPr lvl="0"/>
            <a:r>
              <a:rPr lang="en-US"/>
              <a:t>Subheading</a:t>
            </a:r>
          </a:p>
        </p:txBody>
      </p:sp>
      <p:pic>
        <p:nvPicPr>
          <p:cNvPr id="6" name="Picture 5" descr="A picture containing text, vector graphics, balloon, aircraft&#10;&#10;Description automatically generated">
            <a:extLst>
              <a:ext uri="{FF2B5EF4-FFF2-40B4-BE49-F238E27FC236}">
                <a16:creationId xmlns:a16="http://schemas.microsoft.com/office/drawing/2014/main" id="{26579BE4-BDAC-4D12-EE96-FA1ADE13D5AA}"/>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r="24535" b="24028"/>
          <a:stretch/>
        </p:blipFill>
        <p:spPr>
          <a:xfrm rot="10800000">
            <a:off x="0" y="0"/>
            <a:ext cx="2419090" cy="2431051"/>
          </a:xfrm>
          <a:prstGeom prst="rect">
            <a:avLst/>
          </a:prstGeom>
        </p:spPr>
      </p:pic>
    </p:spTree>
    <p:extLst>
      <p:ext uri="{BB962C8B-B14F-4D97-AF65-F5344CB8AC3E}">
        <p14:creationId xmlns:p14="http://schemas.microsoft.com/office/powerpoint/2010/main" val="30378811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8_Custom Layout">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29643D6-C732-0263-258E-E397F60C2650}"/>
              </a:ext>
            </a:extLst>
          </p:cNvPr>
          <p:cNvSpPr/>
          <p:nvPr userDrawn="1"/>
        </p:nvSpPr>
        <p:spPr>
          <a:xfrm>
            <a:off x="0" y="6356838"/>
            <a:ext cx="12192000" cy="403225"/>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Text Placeholder 2">
            <a:extLst>
              <a:ext uri="{FF2B5EF4-FFF2-40B4-BE49-F238E27FC236}">
                <a16:creationId xmlns:a16="http://schemas.microsoft.com/office/drawing/2014/main" id="{49ED6A75-27E3-01D7-F3BB-99990D4E656C}"/>
              </a:ext>
            </a:extLst>
          </p:cNvPr>
          <p:cNvSpPr>
            <a:spLocks noGrp="1"/>
          </p:cNvSpPr>
          <p:nvPr>
            <p:ph type="body" sz="quarter" idx="13" hasCustomPrompt="1"/>
          </p:nvPr>
        </p:nvSpPr>
        <p:spPr>
          <a:xfrm>
            <a:off x="958851" y="2089397"/>
            <a:ext cx="10274299" cy="1039812"/>
          </a:xfrm>
          <a:prstGeom prst="rect">
            <a:avLst/>
          </a:prstGeom>
        </p:spPr>
        <p:txBody>
          <a:bodyPr/>
          <a:lstStyle>
            <a:lvl1pPr marL="0" indent="0">
              <a:lnSpc>
                <a:spcPct val="70000"/>
              </a:lnSpc>
              <a:buNone/>
              <a:defRPr sz="7200" b="0">
                <a:latin typeface="+mn-lt"/>
              </a:defRPr>
            </a:lvl1pPr>
          </a:lstStyle>
          <a:p>
            <a:pPr lvl="0"/>
            <a:r>
              <a:rPr lang="en-US"/>
              <a:t>Section heading</a:t>
            </a:r>
          </a:p>
        </p:txBody>
      </p:sp>
      <p:sp>
        <p:nvSpPr>
          <p:cNvPr id="5" name="Text Placeholder 24">
            <a:extLst>
              <a:ext uri="{FF2B5EF4-FFF2-40B4-BE49-F238E27FC236}">
                <a16:creationId xmlns:a16="http://schemas.microsoft.com/office/drawing/2014/main" id="{217FAA4D-52E4-2D2E-00D2-E3EF84F998EC}"/>
              </a:ext>
            </a:extLst>
          </p:cNvPr>
          <p:cNvSpPr>
            <a:spLocks noGrp="1"/>
          </p:cNvSpPr>
          <p:nvPr>
            <p:ph type="body" sz="quarter" idx="12" hasCustomPrompt="1"/>
          </p:nvPr>
        </p:nvSpPr>
        <p:spPr>
          <a:xfrm>
            <a:off x="958851" y="3201401"/>
            <a:ext cx="10274300" cy="1293162"/>
          </a:xfrm>
          <a:prstGeom prst="rect">
            <a:avLst/>
          </a:prstGeom>
        </p:spPr>
        <p:txBody>
          <a:bodyPr/>
          <a:lstStyle>
            <a:lvl1pPr marL="0" indent="0">
              <a:buNone/>
              <a:defRPr/>
            </a:lvl1pPr>
          </a:lstStyle>
          <a:p>
            <a:pPr lvl="0"/>
            <a:r>
              <a:rPr lang="en-US"/>
              <a:t>Subheading</a:t>
            </a:r>
          </a:p>
        </p:txBody>
      </p:sp>
    </p:spTree>
    <p:extLst>
      <p:ext uri="{BB962C8B-B14F-4D97-AF65-F5344CB8AC3E}">
        <p14:creationId xmlns:p14="http://schemas.microsoft.com/office/powerpoint/2010/main" val="2465229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2" name="Picture Placeholder 21">
            <a:extLst>
              <a:ext uri="{FF2B5EF4-FFF2-40B4-BE49-F238E27FC236}">
                <a16:creationId xmlns:a16="http://schemas.microsoft.com/office/drawing/2014/main" id="{8BC30B74-BBF6-60D3-F93A-1DEF80379EAE}"/>
              </a:ext>
            </a:extLst>
          </p:cNvPr>
          <p:cNvSpPr>
            <a:spLocks noGrp="1"/>
          </p:cNvSpPr>
          <p:nvPr>
            <p:ph type="pic" sz="quarter" idx="17"/>
          </p:nvPr>
        </p:nvSpPr>
        <p:spPr>
          <a:xfrm>
            <a:off x="6300120" y="1920222"/>
            <a:ext cx="4933030" cy="3531755"/>
          </a:xfrm>
          <a:prstGeom prst="roundRect">
            <a:avLst>
              <a:gd name="adj" fmla="val 7910"/>
            </a:avLst>
          </a:prstGeom>
        </p:spPr>
        <p:txBody>
          <a:bodyPr/>
          <a:lstStyle>
            <a:lvl1pPr>
              <a:defRPr/>
            </a:lvl1pPr>
          </a:lstStyle>
          <a:p>
            <a:r>
              <a:rPr lang="en-US"/>
              <a:t>Click icon to add picture</a:t>
            </a:r>
            <a:endParaRPr lang="en-AU"/>
          </a:p>
        </p:txBody>
      </p:sp>
      <p:sp>
        <p:nvSpPr>
          <p:cNvPr id="3" name="Title 23">
            <a:extLst>
              <a:ext uri="{FF2B5EF4-FFF2-40B4-BE49-F238E27FC236}">
                <a16:creationId xmlns:a16="http://schemas.microsoft.com/office/drawing/2014/main" id="{0E0307F7-788B-9C58-0DE5-73CEBF5CBA2C}"/>
              </a:ext>
            </a:extLst>
          </p:cNvPr>
          <p:cNvSpPr>
            <a:spLocks noGrp="1"/>
          </p:cNvSpPr>
          <p:nvPr>
            <p:ph type="title" hasCustomPrompt="1"/>
          </p:nvPr>
        </p:nvSpPr>
        <p:spPr>
          <a:xfrm>
            <a:off x="970882" y="728664"/>
            <a:ext cx="10262268" cy="917256"/>
          </a:xfrm>
          <a:prstGeom prst="rect">
            <a:avLst/>
          </a:prstGeom>
        </p:spPr>
        <p:txBody>
          <a:bodyPr/>
          <a:lstStyle>
            <a:lvl1pPr>
              <a:defRPr sz="5000">
                <a:latin typeface="+mn-lt"/>
              </a:defRPr>
            </a:lvl1pPr>
          </a:lstStyle>
          <a:p>
            <a:r>
              <a:rPr lang="en-US"/>
              <a:t>Heading 1</a:t>
            </a:r>
            <a:endParaRPr lang="en-AU"/>
          </a:p>
        </p:txBody>
      </p:sp>
      <p:sp>
        <p:nvSpPr>
          <p:cNvPr id="4" name="Text Placeholder 27">
            <a:extLst>
              <a:ext uri="{FF2B5EF4-FFF2-40B4-BE49-F238E27FC236}">
                <a16:creationId xmlns:a16="http://schemas.microsoft.com/office/drawing/2014/main" id="{FF037F2B-15F5-4612-5751-19EB034925F0}"/>
              </a:ext>
            </a:extLst>
          </p:cNvPr>
          <p:cNvSpPr>
            <a:spLocks noGrp="1"/>
          </p:cNvSpPr>
          <p:nvPr>
            <p:ph type="body" sz="quarter" idx="19" hasCustomPrompt="1"/>
          </p:nvPr>
        </p:nvSpPr>
        <p:spPr>
          <a:xfrm>
            <a:off x="970883" y="1928218"/>
            <a:ext cx="4933030" cy="631825"/>
          </a:xfrm>
          <a:prstGeom prst="rect">
            <a:avLst/>
          </a:prstGeom>
        </p:spPr>
        <p:txBody>
          <a:bodyPr/>
          <a:lstStyle>
            <a:lvl1pPr marL="0" indent="0">
              <a:buNone/>
              <a:defRPr sz="3000" b="1"/>
            </a:lvl1pPr>
          </a:lstStyle>
          <a:p>
            <a:pPr lvl="0"/>
            <a:r>
              <a:rPr lang="en-US"/>
              <a:t>Heading 2</a:t>
            </a:r>
          </a:p>
        </p:txBody>
      </p:sp>
      <p:sp>
        <p:nvSpPr>
          <p:cNvPr id="6" name="Text Placeholder 6">
            <a:extLst>
              <a:ext uri="{FF2B5EF4-FFF2-40B4-BE49-F238E27FC236}">
                <a16:creationId xmlns:a16="http://schemas.microsoft.com/office/drawing/2014/main" id="{F4698223-9258-E8AD-4009-CAB549D8EDD1}"/>
              </a:ext>
            </a:extLst>
          </p:cNvPr>
          <p:cNvSpPr>
            <a:spLocks noGrp="1"/>
          </p:cNvSpPr>
          <p:nvPr>
            <p:ph type="body" sz="quarter" idx="20"/>
          </p:nvPr>
        </p:nvSpPr>
        <p:spPr>
          <a:xfrm>
            <a:off x="970882" y="2792413"/>
            <a:ext cx="5125118" cy="2846387"/>
          </a:xfrm>
          <a:prstGeom prst="rect">
            <a:avLst/>
          </a:prstGeom>
        </p:spPr>
        <p:txBody>
          <a:bodyPr/>
          <a:lstStyle>
            <a:lvl1pPr marL="0" indent="0">
              <a:buNone/>
              <a:defRPr sz="2000"/>
            </a:lvl1pPr>
            <a:lvl2pPr marL="0" indent="-457200">
              <a:buFont typeface="Arial" panose="020B0604020202020204" pitchFamily="34" charset="0"/>
              <a:buChar char="•"/>
              <a:defRPr sz="2000" b="0"/>
            </a:lvl2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4102367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ustom Layout">
    <p:bg>
      <p:bgPr>
        <a:solidFill>
          <a:schemeClr val="bg1"/>
        </a:solidFill>
        <a:effectLst/>
      </p:bgPr>
    </p:bg>
    <p:spTree>
      <p:nvGrpSpPr>
        <p:cNvPr id="1" name=""/>
        <p:cNvGrpSpPr/>
        <p:nvPr/>
      </p:nvGrpSpPr>
      <p:grpSpPr>
        <a:xfrm>
          <a:off x="0" y="0"/>
          <a:ext cx="0" cy="0"/>
          <a:chOff x="0" y="0"/>
          <a:chExt cx="0" cy="0"/>
        </a:xfrm>
      </p:grpSpPr>
      <p:sp>
        <p:nvSpPr>
          <p:cNvPr id="9" name="Title 23">
            <a:extLst>
              <a:ext uri="{FF2B5EF4-FFF2-40B4-BE49-F238E27FC236}">
                <a16:creationId xmlns:a16="http://schemas.microsoft.com/office/drawing/2014/main" id="{E194AC54-BABD-116E-5B74-8EAA5E178B9A}"/>
              </a:ext>
            </a:extLst>
          </p:cNvPr>
          <p:cNvSpPr>
            <a:spLocks noGrp="1"/>
          </p:cNvSpPr>
          <p:nvPr>
            <p:ph type="title" hasCustomPrompt="1"/>
          </p:nvPr>
        </p:nvSpPr>
        <p:spPr>
          <a:xfrm>
            <a:off x="970882" y="728664"/>
            <a:ext cx="10262268" cy="917256"/>
          </a:xfrm>
          <a:prstGeom prst="rect">
            <a:avLst/>
          </a:prstGeom>
        </p:spPr>
        <p:txBody>
          <a:bodyPr/>
          <a:lstStyle>
            <a:lvl1pPr>
              <a:defRPr sz="5000">
                <a:latin typeface="+mn-lt"/>
              </a:defRPr>
            </a:lvl1pPr>
          </a:lstStyle>
          <a:p>
            <a:r>
              <a:rPr lang="en-US"/>
              <a:t>Heading 1</a:t>
            </a:r>
            <a:endParaRPr lang="en-AU"/>
          </a:p>
        </p:txBody>
      </p:sp>
      <p:sp>
        <p:nvSpPr>
          <p:cNvPr id="10" name="Text Placeholder 27">
            <a:extLst>
              <a:ext uri="{FF2B5EF4-FFF2-40B4-BE49-F238E27FC236}">
                <a16:creationId xmlns:a16="http://schemas.microsoft.com/office/drawing/2014/main" id="{D156E6CF-5182-8FC0-0E34-7E6AAEBB3F74}"/>
              </a:ext>
            </a:extLst>
          </p:cNvPr>
          <p:cNvSpPr>
            <a:spLocks noGrp="1"/>
          </p:cNvSpPr>
          <p:nvPr>
            <p:ph type="body" sz="quarter" idx="19" hasCustomPrompt="1"/>
          </p:nvPr>
        </p:nvSpPr>
        <p:spPr>
          <a:xfrm>
            <a:off x="970883" y="1928218"/>
            <a:ext cx="4933030" cy="631825"/>
          </a:xfrm>
          <a:prstGeom prst="rect">
            <a:avLst/>
          </a:prstGeom>
        </p:spPr>
        <p:txBody>
          <a:bodyPr/>
          <a:lstStyle>
            <a:lvl1pPr marL="0" indent="0">
              <a:buNone/>
              <a:defRPr sz="3000" b="1"/>
            </a:lvl1pPr>
          </a:lstStyle>
          <a:p>
            <a:pPr lvl="0"/>
            <a:r>
              <a:rPr lang="en-US"/>
              <a:t>Heading 2</a:t>
            </a:r>
          </a:p>
        </p:txBody>
      </p:sp>
      <p:sp>
        <p:nvSpPr>
          <p:cNvPr id="3" name="Picture Placeholder 21">
            <a:extLst>
              <a:ext uri="{FF2B5EF4-FFF2-40B4-BE49-F238E27FC236}">
                <a16:creationId xmlns:a16="http://schemas.microsoft.com/office/drawing/2014/main" id="{B7A95740-33FA-0217-88F1-25FF2EA7D853}"/>
              </a:ext>
            </a:extLst>
          </p:cNvPr>
          <p:cNvSpPr>
            <a:spLocks noGrp="1"/>
          </p:cNvSpPr>
          <p:nvPr>
            <p:ph type="pic" sz="quarter" idx="17"/>
          </p:nvPr>
        </p:nvSpPr>
        <p:spPr>
          <a:xfrm>
            <a:off x="6300120" y="1920222"/>
            <a:ext cx="4933030" cy="3531755"/>
          </a:xfrm>
          <a:prstGeom prst="roundRect">
            <a:avLst>
              <a:gd name="adj" fmla="val 7910"/>
            </a:avLst>
          </a:prstGeom>
        </p:spPr>
        <p:txBody>
          <a:bodyPr/>
          <a:lstStyle>
            <a:lvl1pPr>
              <a:defRPr/>
            </a:lvl1pPr>
          </a:lstStyle>
          <a:p>
            <a:r>
              <a:rPr lang="en-US"/>
              <a:t>Click icon to add picture</a:t>
            </a:r>
            <a:endParaRPr lang="en-AU"/>
          </a:p>
        </p:txBody>
      </p:sp>
      <p:sp>
        <p:nvSpPr>
          <p:cNvPr id="7" name="Text Placeholder 6">
            <a:extLst>
              <a:ext uri="{FF2B5EF4-FFF2-40B4-BE49-F238E27FC236}">
                <a16:creationId xmlns:a16="http://schemas.microsoft.com/office/drawing/2014/main" id="{6BE07843-4708-4BFD-7686-D88B619A9598}"/>
              </a:ext>
            </a:extLst>
          </p:cNvPr>
          <p:cNvSpPr>
            <a:spLocks noGrp="1"/>
          </p:cNvSpPr>
          <p:nvPr>
            <p:ph type="body" sz="quarter" idx="20"/>
          </p:nvPr>
        </p:nvSpPr>
        <p:spPr>
          <a:xfrm>
            <a:off x="970882" y="2792413"/>
            <a:ext cx="5125118" cy="2846387"/>
          </a:xfrm>
          <a:prstGeom prst="rect">
            <a:avLst/>
          </a:prstGeom>
        </p:spPr>
        <p:txBody>
          <a:bodyPr/>
          <a:lstStyle>
            <a:lvl1pPr marL="0" indent="0">
              <a:buNone/>
              <a:defRPr sz="2000"/>
            </a:lvl1pPr>
            <a:lvl2pPr marL="0" indent="-457200">
              <a:buFont typeface="Arial" panose="020B0604020202020204" pitchFamily="34" charset="0"/>
              <a:buChar char="•"/>
              <a:defRPr sz="2000" b="0"/>
            </a:lvl2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666778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ustom Layout">
    <p:bg>
      <p:bgPr>
        <a:solidFill>
          <a:schemeClr val="bg1"/>
        </a:solidFill>
        <a:effectLst/>
      </p:bgPr>
    </p:bg>
    <p:spTree>
      <p:nvGrpSpPr>
        <p:cNvPr id="1" name=""/>
        <p:cNvGrpSpPr/>
        <p:nvPr/>
      </p:nvGrpSpPr>
      <p:grpSpPr>
        <a:xfrm>
          <a:off x="0" y="0"/>
          <a:ext cx="0" cy="0"/>
          <a:chOff x="0" y="0"/>
          <a:chExt cx="0" cy="0"/>
        </a:xfrm>
      </p:grpSpPr>
      <p:sp>
        <p:nvSpPr>
          <p:cNvPr id="9" name="Title 23">
            <a:extLst>
              <a:ext uri="{FF2B5EF4-FFF2-40B4-BE49-F238E27FC236}">
                <a16:creationId xmlns:a16="http://schemas.microsoft.com/office/drawing/2014/main" id="{E194AC54-BABD-116E-5B74-8EAA5E178B9A}"/>
              </a:ext>
            </a:extLst>
          </p:cNvPr>
          <p:cNvSpPr>
            <a:spLocks noGrp="1"/>
          </p:cNvSpPr>
          <p:nvPr>
            <p:ph type="title" hasCustomPrompt="1"/>
          </p:nvPr>
        </p:nvSpPr>
        <p:spPr>
          <a:xfrm>
            <a:off x="970882" y="728664"/>
            <a:ext cx="10262268" cy="917256"/>
          </a:xfrm>
          <a:prstGeom prst="rect">
            <a:avLst/>
          </a:prstGeom>
        </p:spPr>
        <p:txBody>
          <a:bodyPr/>
          <a:lstStyle>
            <a:lvl1pPr>
              <a:defRPr sz="5000">
                <a:latin typeface="+mn-lt"/>
              </a:defRPr>
            </a:lvl1pPr>
          </a:lstStyle>
          <a:p>
            <a:r>
              <a:rPr lang="en-US"/>
              <a:t>Heading 1</a:t>
            </a:r>
            <a:endParaRPr lang="en-AU"/>
          </a:p>
        </p:txBody>
      </p:sp>
      <p:sp>
        <p:nvSpPr>
          <p:cNvPr id="10" name="Text Placeholder 27">
            <a:extLst>
              <a:ext uri="{FF2B5EF4-FFF2-40B4-BE49-F238E27FC236}">
                <a16:creationId xmlns:a16="http://schemas.microsoft.com/office/drawing/2014/main" id="{D156E6CF-5182-8FC0-0E34-7E6AAEBB3F74}"/>
              </a:ext>
            </a:extLst>
          </p:cNvPr>
          <p:cNvSpPr>
            <a:spLocks noGrp="1"/>
          </p:cNvSpPr>
          <p:nvPr>
            <p:ph type="body" sz="quarter" idx="19" hasCustomPrompt="1"/>
          </p:nvPr>
        </p:nvSpPr>
        <p:spPr>
          <a:xfrm>
            <a:off x="970883" y="1928218"/>
            <a:ext cx="4933030" cy="631825"/>
          </a:xfrm>
          <a:prstGeom prst="rect">
            <a:avLst/>
          </a:prstGeom>
        </p:spPr>
        <p:txBody>
          <a:bodyPr/>
          <a:lstStyle>
            <a:lvl1pPr marL="0" indent="0">
              <a:buNone/>
              <a:defRPr sz="3000" b="1"/>
            </a:lvl1pPr>
          </a:lstStyle>
          <a:p>
            <a:pPr lvl="0"/>
            <a:r>
              <a:rPr lang="en-US"/>
              <a:t>Heading 2</a:t>
            </a:r>
          </a:p>
        </p:txBody>
      </p:sp>
      <p:sp>
        <p:nvSpPr>
          <p:cNvPr id="2" name="Text Placeholder 6">
            <a:extLst>
              <a:ext uri="{FF2B5EF4-FFF2-40B4-BE49-F238E27FC236}">
                <a16:creationId xmlns:a16="http://schemas.microsoft.com/office/drawing/2014/main" id="{077531A0-07ED-6EEB-D337-E682E9505E35}"/>
              </a:ext>
            </a:extLst>
          </p:cNvPr>
          <p:cNvSpPr>
            <a:spLocks noGrp="1"/>
          </p:cNvSpPr>
          <p:nvPr>
            <p:ph type="body" sz="quarter" idx="20"/>
          </p:nvPr>
        </p:nvSpPr>
        <p:spPr>
          <a:xfrm>
            <a:off x="970882" y="2792413"/>
            <a:ext cx="5125118" cy="2846387"/>
          </a:xfrm>
          <a:prstGeom prst="rect">
            <a:avLst/>
          </a:prstGeom>
        </p:spPr>
        <p:txBody>
          <a:bodyPr/>
          <a:lstStyle>
            <a:lvl1pPr marL="0" indent="0">
              <a:buNone/>
              <a:defRPr sz="2000"/>
            </a:lvl1pPr>
            <a:lvl2pPr marL="0" indent="-457200">
              <a:buFont typeface="Arial" panose="020B0604020202020204" pitchFamily="34" charset="0"/>
              <a:buChar char="•"/>
              <a:defRPr sz="2000" b="0"/>
            </a:lvl2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852858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C747CF21-FEEA-85D4-0164-A1DCA9752864}"/>
              </a:ext>
            </a:extLst>
          </p:cNvPr>
          <p:cNvSpPr txBox="1"/>
          <p:nvPr userDrawn="1"/>
        </p:nvSpPr>
        <p:spPr bwMode="auto">
          <a:xfrm>
            <a:off x="10999967" y="6381750"/>
            <a:ext cx="605367"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fontAlgn="base">
              <a:lnSpc>
                <a:spcPts val="1000"/>
              </a:lnSpc>
              <a:spcBef>
                <a:spcPct val="0"/>
              </a:spcBef>
              <a:spcAft>
                <a:spcPct val="0"/>
              </a:spcAft>
            </a:pPr>
            <a:fld id="{4F061296-42C2-1443-8274-6B17F3E28B7C}" type="slidenum">
              <a:rPr lang="en-GB" altLang="en-US" sz="900">
                <a:solidFill>
                  <a:srgbClr val="776F65">
                    <a:lumMod val="50000"/>
                  </a:srgbClr>
                </a:solidFill>
                <a:latin typeface="Calibri" panose="020F0502020204030204" pitchFamily="34" charset="0"/>
                <a:cs typeface="Arial"/>
              </a:rPr>
              <a:pPr fontAlgn="base">
                <a:lnSpc>
                  <a:spcPts val="1000"/>
                </a:lnSpc>
                <a:spcBef>
                  <a:spcPct val="0"/>
                </a:spcBef>
                <a:spcAft>
                  <a:spcPct val="0"/>
                </a:spcAft>
              </a:pPr>
              <a:t>‹#›</a:t>
            </a:fld>
            <a:endParaRPr lang="en-GB" altLang="en-US" sz="900">
              <a:solidFill>
                <a:srgbClr val="776F65">
                  <a:lumMod val="50000"/>
                </a:srgbClr>
              </a:solidFill>
              <a:latin typeface="Calibri" panose="020F0502020204030204" pitchFamily="34" charset="0"/>
              <a:cs typeface="Arial"/>
            </a:endParaRPr>
          </a:p>
        </p:txBody>
      </p:sp>
      <p:cxnSp>
        <p:nvCxnSpPr>
          <p:cNvPr id="12" name="Straight Connector 11">
            <a:extLst>
              <a:ext uri="{FF2B5EF4-FFF2-40B4-BE49-F238E27FC236}">
                <a16:creationId xmlns:a16="http://schemas.microsoft.com/office/drawing/2014/main" id="{FBA8CD06-D784-7947-F010-796C2FF25916}"/>
              </a:ext>
            </a:extLst>
          </p:cNvPr>
          <p:cNvCxnSpPr/>
          <p:nvPr userDrawn="1"/>
        </p:nvCxnSpPr>
        <p:spPr>
          <a:xfrm flipH="1" flipV="1">
            <a:off x="10896247" y="6397628"/>
            <a:ext cx="0" cy="206375"/>
          </a:xfrm>
          <a:prstGeom prst="line">
            <a:avLst/>
          </a:prstGeom>
          <a:noFill/>
          <a:ln w="6350" cap="flat" cmpd="sng" algn="ctr">
            <a:solidFill>
              <a:srgbClr val="776F65">
                <a:lumMod val="50000"/>
              </a:srgbClr>
            </a:solidFill>
            <a:prstDash val="solid"/>
          </a:ln>
          <a:effectLst/>
        </p:spPr>
      </p:cxnSp>
      <p:sp>
        <p:nvSpPr>
          <p:cNvPr id="15" name="Title 1">
            <a:extLst>
              <a:ext uri="{FF2B5EF4-FFF2-40B4-BE49-F238E27FC236}">
                <a16:creationId xmlns:a16="http://schemas.microsoft.com/office/drawing/2014/main" id="{825061E4-52D5-719F-C273-82024DA970F5}"/>
              </a:ext>
            </a:extLst>
          </p:cNvPr>
          <p:cNvSpPr txBox="1"/>
          <p:nvPr userDrawn="1"/>
        </p:nvSpPr>
        <p:spPr bwMode="auto">
          <a:xfrm>
            <a:off x="1059984" y="6380166"/>
            <a:ext cx="3285348" cy="22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fontAlgn="base">
              <a:lnSpc>
                <a:spcPts val="1000"/>
              </a:lnSpc>
              <a:spcBef>
                <a:spcPct val="0"/>
              </a:spcBef>
              <a:spcAft>
                <a:spcPct val="0"/>
              </a:spcAft>
            </a:pPr>
            <a:endParaRPr lang="en-GB" altLang="en-US" sz="900">
              <a:solidFill>
                <a:srgbClr val="776F65">
                  <a:lumMod val="50000"/>
                </a:srgbClr>
              </a:solidFill>
              <a:latin typeface="Calibri" panose="020F0502020204030204" pitchFamily="34" charset="0"/>
              <a:cs typeface="Arial"/>
            </a:endParaRPr>
          </a:p>
          <a:p>
            <a:pPr fontAlgn="base">
              <a:lnSpc>
                <a:spcPts val="1000"/>
              </a:lnSpc>
              <a:spcBef>
                <a:spcPct val="0"/>
              </a:spcBef>
              <a:spcAft>
                <a:spcPct val="0"/>
              </a:spcAft>
            </a:pPr>
            <a:r>
              <a:rPr lang="en-US" altLang="en-US" sz="900">
                <a:solidFill>
                  <a:srgbClr val="776F65">
                    <a:lumMod val="50000"/>
                  </a:srgbClr>
                </a:solidFill>
                <a:latin typeface="Calibri" panose="020F0502020204030204" pitchFamily="34" charset="0"/>
                <a:cs typeface="Arial"/>
              </a:rPr>
              <a:t>Department of Agriculture, Fisheries and Forestry</a:t>
            </a:r>
          </a:p>
        </p:txBody>
      </p:sp>
      <p:sp>
        <p:nvSpPr>
          <p:cNvPr id="4" name="TextBox 3">
            <a:extLst>
              <a:ext uri="{FF2B5EF4-FFF2-40B4-BE49-F238E27FC236}">
                <a16:creationId xmlns:a16="http://schemas.microsoft.com/office/drawing/2014/main" id="{88DCBF76-A311-F2AA-1071-90F4EEDCDC59}"/>
              </a:ext>
            </a:extLst>
          </p:cNvPr>
          <p:cNvSpPr txBox="1"/>
          <p:nvPr userDrawn="1">
            <p:extLst>
              <p:ext uri="{1162E1C5-73C7-4A58-AE30-91384D911F3F}">
                <p184:classification xmlns:p184="http://schemas.microsoft.com/office/powerpoint/2018/4/main" val="hdr"/>
              </p:ext>
            </p:extLst>
          </p:nvPr>
        </p:nvSpPr>
        <p:spPr>
          <a:xfrm>
            <a:off x="5820537" y="63500"/>
            <a:ext cx="585788" cy="182880"/>
          </a:xfrm>
          <a:prstGeom prst="rect">
            <a:avLst/>
          </a:prstGeom>
        </p:spPr>
        <p:txBody>
          <a:bodyPr horzOverflow="overflow" lIns="0" tIns="0" rIns="0" bIns="0">
            <a:spAutoFit/>
          </a:bodyPr>
          <a:lstStyle/>
          <a:p>
            <a:pPr algn="l"/>
            <a:r>
              <a:rPr lang="en-AU" sz="1200">
                <a:solidFill>
                  <a:srgbClr val="FF0000"/>
                </a:solidFill>
                <a:latin typeface="Calibri" panose="020F0502020204030204" pitchFamily="34" charset="0"/>
                <a:ea typeface="Calibri" panose="020F0502020204030204" pitchFamily="34" charset="0"/>
                <a:cs typeface="Calibri" panose="020F0502020204030204" pitchFamily="34" charset="0"/>
              </a:rPr>
              <a:t>OFFICIAL</a:t>
            </a:r>
          </a:p>
        </p:txBody>
      </p:sp>
      <p:sp>
        <p:nvSpPr>
          <p:cNvPr id="5" name="TextBox 4">
            <a:extLst>
              <a:ext uri="{FF2B5EF4-FFF2-40B4-BE49-F238E27FC236}">
                <a16:creationId xmlns:a16="http://schemas.microsoft.com/office/drawing/2014/main" id="{F5A96F43-0EA3-6EBF-4A8B-AAEB89231522}"/>
              </a:ext>
            </a:extLst>
          </p:cNvPr>
          <p:cNvSpPr txBox="1"/>
          <p:nvPr userDrawn="1">
            <p:extLst>
              <p:ext uri="{1162E1C5-73C7-4A58-AE30-91384D911F3F}">
                <p184:classification xmlns:p184="http://schemas.microsoft.com/office/powerpoint/2018/4/main" val="ftr"/>
              </p:ext>
            </p:extLst>
          </p:nvPr>
        </p:nvSpPr>
        <p:spPr>
          <a:xfrm>
            <a:off x="5820537" y="6611620"/>
            <a:ext cx="585788" cy="182880"/>
          </a:xfrm>
          <a:prstGeom prst="rect">
            <a:avLst/>
          </a:prstGeom>
        </p:spPr>
        <p:txBody>
          <a:bodyPr horzOverflow="overflow" lIns="0" tIns="0" rIns="0" bIns="0">
            <a:spAutoFit/>
          </a:bodyPr>
          <a:lstStyle/>
          <a:p>
            <a:pPr algn="l"/>
            <a:r>
              <a:rPr lang="en-AU" sz="1200">
                <a:solidFill>
                  <a:srgbClr val="FF0000"/>
                </a:solidFill>
                <a:latin typeface="Calibri" panose="020F0502020204030204" pitchFamily="34" charset="0"/>
                <a:ea typeface="Calibri" panose="020F0502020204030204" pitchFamily="34" charset="0"/>
                <a:cs typeface="Calibri" panose="020F0502020204030204" pitchFamily="34" charset="0"/>
              </a:rPr>
              <a:t>OFFICIAL</a:t>
            </a:r>
          </a:p>
        </p:txBody>
      </p:sp>
    </p:spTree>
    <p:extLst>
      <p:ext uri="{BB962C8B-B14F-4D97-AF65-F5344CB8AC3E}">
        <p14:creationId xmlns:p14="http://schemas.microsoft.com/office/powerpoint/2010/main" val="3952524912"/>
      </p:ext>
    </p:extLst>
  </p:cSld>
  <p:clrMap bg1="lt1" tx1="dk1" bg2="lt2" tx2="dk2" accent1="accent1" accent2="accent2" accent3="accent3" accent4="accent4" accent5="accent5" accent6="accent6" hlink="hlink" folHlink="folHlink"/>
  <p:sldLayoutIdLst>
    <p:sldLayoutId id="2147483685" r:id="rId1"/>
    <p:sldLayoutId id="2147483690" r:id="rId2"/>
    <p:sldLayoutId id="2147483695" r:id="rId3"/>
    <p:sldLayoutId id="2147483694" r:id="rId4"/>
    <p:sldLayoutId id="2147483696" r:id="rId5"/>
    <p:sldLayoutId id="2147483697" r:id="rId6"/>
    <p:sldLayoutId id="2147483672" r:id="rId7"/>
    <p:sldLayoutId id="2147483692" r:id="rId8"/>
    <p:sldLayoutId id="2147483693"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719" userDrawn="1">
          <p15:clr>
            <a:srgbClr val="F26B43"/>
          </p15:clr>
        </p15:guide>
        <p15:guide id="2" pos="604" userDrawn="1">
          <p15:clr>
            <a:srgbClr val="F26B43"/>
          </p15:clr>
        </p15:guide>
        <p15:guide id="3" orient="horz" pos="459" userDrawn="1">
          <p15:clr>
            <a:srgbClr val="F26B43"/>
          </p15:clr>
        </p15:guide>
        <p15:guide id="4" pos="7076" userDrawn="1">
          <p15:clr>
            <a:srgbClr val="F26B43"/>
          </p15:clr>
        </p15:guide>
        <p15:guide id="5" orient="horz" pos="3861" userDrawn="1">
          <p15:clr>
            <a:srgbClr val="F26B43"/>
          </p15:clr>
        </p15:guide>
        <p15:guide id="6" pos="396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3.svg"/><Relationship Id="rId13" Type="http://schemas.openxmlformats.org/officeDocument/2006/relationships/image" Target="../media/image3.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1.sv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3" Type="http://schemas.openxmlformats.org/officeDocument/2006/relationships/image" Target="../media/image27.png"/><Relationship Id="rId18" Type="http://schemas.openxmlformats.org/officeDocument/2006/relationships/image" Target="../media/image32.png"/><Relationship Id="rId26" Type="http://schemas.openxmlformats.org/officeDocument/2006/relationships/image" Target="../media/image40.png"/><Relationship Id="rId39" Type="http://schemas.openxmlformats.org/officeDocument/2006/relationships/image" Target="../media/image53.png"/><Relationship Id="rId21" Type="http://schemas.openxmlformats.org/officeDocument/2006/relationships/image" Target="../media/image35.png"/><Relationship Id="rId34" Type="http://schemas.openxmlformats.org/officeDocument/2006/relationships/image" Target="../media/image48.png"/><Relationship Id="rId42" Type="http://schemas.openxmlformats.org/officeDocument/2006/relationships/image" Target="../media/image56.png"/><Relationship Id="rId7" Type="http://schemas.openxmlformats.org/officeDocument/2006/relationships/image" Target="../media/image21.png"/><Relationship Id="rId2" Type="http://schemas.openxmlformats.org/officeDocument/2006/relationships/notesSlide" Target="../notesSlides/notesSlide5.xml"/><Relationship Id="rId16" Type="http://schemas.openxmlformats.org/officeDocument/2006/relationships/image" Target="../media/image30.png"/><Relationship Id="rId29" Type="http://schemas.openxmlformats.org/officeDocument/2006/relationships/image" Target="../media/image43.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png"/><Relationship Id="rId24" Type="http://schemas.openxmlformats.org/officeDocument/2006/relationships/image" Target="../media/image38.png"/><Relationship Id="rId32" Type="http://schemas.openxmlformats.org/officeDocument/2006/relationships/image" Target="../media/image46.png"/><Relationship Id="rId37" Type="http://schemas.openxmlformats.org/officeDocument/2006/relationships/image" Target="../media/image51.png"/><Relationship Id="rId40" Type="http://schemas.openxmlformats.org/officeDocument/2006/relationships/image" Target="../media/image54.png"/><Relationship Id="rId45" Type="http://schemas.openxmlformats.org/officeDocument/2006/relationships/image" Target="../media/image3.png"/><Relationship Id="rId5" Type="http://schemas.openxmlformats.org/officeDocument/2006/relationships/image" Target="../media/image19.png"/><Relationship Id="rId15" Type="http://schemas.openxmlformats.org/officeDocument/2006/relationships/image" Target="../media/image29.png"/><Relationship Id="rId23" Type="http://schemas.openxmlformats.org/officeDocument/2006/relationships/image" Target="../media/image37.png"/><Relationship Id="rId28" Type="http://schemas.openxmlformats.org/officeDocument/2006/relationships/image" Target="../media/image42.png"/><Relationship Id="rId36" Type="http://schemas.openxmlformats.org/officeDocument/2006/relationships/image" Target="../media/image50.png"/><Relationship Id="rId10" Type="http://schemas.openxmlformats.org/officeDocument/2006/relationships/image" Target="../media/image24.png"/><Relationship Id="rId19" Type="http://schemas.openxmlformats.org/officeDocument/2006/relationships/image" Target="../media/image33.png"/><Relationship Id="rId31" Type="http://schemas.openxmlformats.org/officeDocument/2006/relationships/image" Target="../media/image45.png"/><Relationship Id="rId44" Type="http://schemas.openxmlformats.org/officeDocument/2006/relationships/image" Target="../media/image58.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 Id="rId22" Type="http://schemas.openxmlformats.org/officeDocument/2006/relationships/image" Target="../media/image36.png"/><Relationship Id="rId27" Type="http://schemas.openxmlformats.org/officeDocument/2006/relationships/image" Target="../media/image41.png"/><Relationship Id="rId30" Type="http://schemas.openxmlformats.org/officeDocument/2006/relationships/image" Target="../media/image44.png"/><Relationship Id="rId35" Type="http://schemas.openxmlformats.org/officeDocument/2006/relationships/image" Target="../media/image49.png"/><Relationship Id="rId43" Type="http://schemas.openxmlformats.org/officeDocument/2006/relationships/image" Target="../media/image57.png"/><Relationship Id="rId8" Type="http://schemas.openxmlformats.org/officeDocument/2006/relationships/image" Target="../media/image22.png"/><Relationship Id="rId3" Type="http://schemas.openxmlformats.org/officeDocument/2006/relationships/image" Target="../media/image2.png"/><Relationship Id="rId12" Type="http://schemas.openxmlformats.org/officeDocument/2006/relationships/image" Target="../media/image26.png"/><Relationship Id="rId17" Type="http://schemas.openxmlformats.org/officeDocument/2006/relationships/image" Target="../media/image31.png"/><Relationship Id="rId25" Type="http://schemas.openxmlformats.org/officeDocument/2006/relationships/image" Target="../media/image39.png"/><Relationship Id="rId33" Type="http://schemas.openxmlformats.org/officeDocument/2006/relationships/image" Target="../media/image47.png"/><Relationship Id="rId38" Type="http://schemas.openxmlformats.org/officeDocument/2006/relationships/image" Target="../media/image52.png"/><Relationship Id="rId20" Type="http://schemas.openxmlformats.org/officeDocument/2006/relationships/image" Target="../media/image34.png"/><Relationship Id="rId41" Type="http://schemas.openxmlformats.org/officeDocument/2006/relationships/image" Target="../media/image5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hyperlink" Target="https://www.agriculture.gov.au/biosecurity-trade/import/arrival/treatments/treatments-fumigants#ethyl-formate-fumigation" TargetMode="External"/><Relationship Id="rId3" Type="http://schemas.openxmlformats.org/officeDocument/2006/relationships/image" Target="../media/image2.png"/><Relationship Id="rId7" Type="http://schemas.openxmlformats.org/officeDocument/2006/relationships/hyperlink" Target="https://www.agriculture.gov.au/biosecurity-trade/import/arrival/treatments/treatments-fumigants#sulfuryl-fluoride-fumigation"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hyperlink" Target="https://www.agriculture.gov.au/biosecurity-trade/import/arrival/treatments/treatments-fumigants#methyl-bromide-fumigation_2" TargetMode="External"/><Relationship Id="rId11" Type="http://schemas.openxmlformats.org/officeDocument/2006/relationships/image" Target="../media/image3.png"/><Relationship Id="rId5" Type="http://schemas.openxmlformats.org/officeDocument/2006/relationships/hyperlink" Target="mailto:offshoretreatments@aff.gov.au" TargetMode="External"/><Relationship Id="rId10" Type="http://schemas.openxmlformats.org/officeDocument/2006/relationships/hyperlink" Target="mailto:treatments@aff.gov.au" TargetMode="External"/><Relationship Id="rId4" Type="http://schemas.openxmlformats.org/officeDocument/2006/relationships/hyperlink" Target="https://www.agriculture.gov.au/biosecurity-trade/import/before/prepare/treatment-outside-australia/AusTreat" TargetMode="External"/><Relationship Id="rId9" Type="http://schemas.openxmlformats.org/officeDocument/2006/relationships/hyperlink" Target="https://www.agriculture.gov.au/biosecurity-trade/import/arrival/treatments/treatments-fumigants#heat-treatment_2"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hyperlink" Target="https://www.agriculture.gov.au/node/3141#target-risk-countries" TargetMode="External"/><Relationship Id="rId5" Type="http://schemas.openxmlformats.org/officeDocument/2006/relationships/hyperlink" Target="https://www.agriculture.gov.au/node/3141#target-goods-subject-to-the-measures" TargetMode="External"/><Relationship Id="rId4" Type="http://schemas.openxmlformats.org/officeDocument/2006/relationships/hyperlink" Target="https://www.agriculture.gov.au/biosecurity-trade/import/before/brown-marmorated-stink-bugs/safeguarding"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2.png"/><Relationship Id="rId7" Type="http://schemas.openxmlformats.org/officeDocument/2006/relationships/image" Target="../media/image57.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58.png"/><Relationship Id="rId5" Type="http://schemas.openxmlformats.org/officeDocument/2006/relationships/image" Target="../media/image56.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hyperlink" Target="mailto:BMSBprocessing@aff.gov.au" TargetMode="External"/><Relationship Id="rId5" Type="http://schemas.openxmlformats.org/officeDocument/2006/relationships/hyperlink" Target="https://www.agriculture.gov.au/biosecurity-trade/import/before/brown-marmorated-stink-bugs/lclcontainers#master-consolidator-mc-registrations" TargetMode="External"/><Relationship Id="rId4" Type="http://schemas.openxmlformats.org/officeDocument/2006/relationships/hyperlink" Target="https://awe-forms.powerappsportals.com/"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hyperlink" Target="mailto:BMSBprocessing@aff.gov.au" TargetMode="External"/></Relationships>
</file>

<file path=ppt/slides/_rels/slide1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www.agriculture.gov.au/bmsb" TargetMode="External"/><Relationship Id="rId7" Type="http://schemas.openxmlformats.org/officeDocument/2006/relationships/image" Target="../media/image61.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hyperlink" Target="https://www.agriculture.gov.au/biosecurity/australia/public-awareness/webinar-series" TargetMode="External"/><Relationship Id="rId4" Type="http://schemas.openxmlformats.org/officeDocument/2006/relationships/hyperlink" Target="https://subscribe.agriculture.gov.au/subscribe" TargetMode="External"/></Relationships>
</file>

<file path=ppt/slides/_rels/slide19.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hyperlink" Target="mailto:hpp@aff.gov.au" TargetMode="External"/><Relationship Id="rId7"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62.png"/><Relationship Id="rId5" Type="http://schemas.openxmlformats.org/officeDocument/2006/relationships/hyperlink" Target="mailto:offshoretreatments@aff.gov.au" TargetMode="External"/><Relationship Id="rId10" Type="http://schemas.openxmlformats.org/officeDocument/2006/relationships/image" Target="../media/image65.svg"/><Relationship Id="rId4" Type="http://schemas.openxmlformats.org/officeDocument/2006/relationships/hyperlink" Target="mailto:safeguarding@aff.gov.au" TargetMode="External"/><Relationship Id="rId9" Type="http://schemas.openxmlformats.org/officeDocument/2006/relationships/image" Target="../media/image6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0B215E4-B153-FF78-B532-9C8E7EDD12F1}"/>
              </a:ext>
            </a:extLst>
          </p:cNvPr>
          <p:cNvSpPr>
            <a:spLocks noGrp="1"/>
          </p:cNvSpPr>
          <p:nvPr>
            <p:ph type="title"/>
          </p:nvPr>
        </p:nvSpPr>
        <p:spPr>
          <a:xfrm>
            <a:off x="957969" y="2069868"/>
            <a:ext cx="5820895" cy="838202"/>
          </a:xfrm>
        </p:spPr>
        <p:txBody>
          <a:bodyPr/>
          <a:lstStyle/>
          <a:p>
            <a:r>
              <a:rPr lang="en-AU"/>
              <a:t>Industry Information Session </a:t>
            </a:r>
          </a:p>
        </p:txBody>
      </p:sp>
      <p:sp>
        <p:nvSpPr>
          <p:cNvPr id="9" name="Text Placeholder 8">
            <a:extLst>
              <a:ext uri="{FF2B5EF4-FFF2-40B4-BE49-F238E27FC236}">
                <a16:creationId xmlns:a16="http://schemas.microsoft.com/office/drawing/2014/main" id="{3A980288-8EA6-83CD-77EF-849040483631}"/>
              </a:ext>
            </a:extLst>
          </p:cNvPr>
          <p:cNvSpPr>
            <a:spLocks noGrp="1"/>
          </p:cNvSpPr>
          <p:nvPr>
            <p:ph type="body" sz="quarter" idx="11"/>
          </p:nvPr>
        </p:nvSpPr>
        <p:spPr>
          <a:xfrm>
            <a:off x="975186" y="3151098"/>
            <a:ext cx="5712484" cy="682308"/>
          </a:xfrm>
        </p:spPr>
        <p:txBody>
          <a:bodyPr lIns="91440" tIns="45720" rIns="91440" bIns="45720" anchor="t"/>
          <a:lstStyle/>
          <a:p>
            <a:r>
              <a:rPr lang="en-AU"/>
              <a:t>2025-26 BMSB Seasonal Measures</a:t>
            </a:r>
          </a:p>
        </p:txBody>
      </p:sp>
      <p:sp>
        <p:nvSpPr>
          <p:cNvPr id="10" name="Text Placeholder 9">
            <a:extLst>
              <a:ext uri="{FF2B5EF4-FFF2-40B4-BE49-F238E27FC236}">
                <a16:creationId xmlns:a16="http://schemas.microsoft.com/office/drawing/2014/main" id="{D3A977C0-454B-0052-4517-E7E6A9E64C10}"/>
              </a:ext>
            </a:extLst>
          </p:cNvPr>
          <p:cNvSpPr>
            <a:spLocks noGrp="1"/>
          </p:cNvSpPr>
          <p:nvPr>
            <p:ph type="body" sz="quarter" idx="16"/>
          </p:nvPr>
        </p:nvSpPr>
        <p:spPr/>
        <p:txBody>
          <a:bodyPr/>
          <a:lstStyle/>
          <a:p>
            <a:r>
              <a:rPr lang="en-AU"/>
              <a:t>01 September 2025</a:t>
            </a:r>
          </a:p>
        </p:txBody>
      </p:sp>
      <p:sp>
        <p:nvSpPr>
          <p:cNvPr id="11" name="Text Placeholder 10">
            <a:extLst>
              <a:ext uri="{FF2B5EF4-FFF2-40B4-BE49-F238E27FC236}">
                <a16:creationId xmlns:a16="http://schemas.microsoft.com/office/drawing/2014/main" id="{224798E2-2BA3-9F83-EC4B-5E607D5FA92D}"/>
              </a:ext>
            </a:extLst>
          </p:cNvPr>
          <p:cNvSpPr>
            <a:spLocks noGrp="1"/>
          </p:cNvSpPr>
          <p:nvPr>
            <p:ph type="body" sz="quarter" idx="18"/>
          </p:nvPr>
        </p:nvSpPr>
        <p:spPr/>
        <p:txBody>
          <a:bodyPr/>
          <a:lstStyle/>
          <a:p>
            <a:r>
              <a:rPr lang="en-AU"/>
              <a:t>Candice Somerville</a:t>
            </a:r>
          </a:p>
        </p:txBody>
      </p:sp>
      <p:sp>
        <p:nvSpPr>
          <p:cNvPr id="12" name="Text Placeholder 11">
            <a:extLst>
              <a:ext uri="{FF2B5EF4-FFF2-40B4-BE49-F238E27FC236}">
                <a16:creationId xmlns:a16="http://schemas.microsoft.com/office/drawing/2014/main" id="{C0E9340A-A80D-5AFE-D91C-8F06F151A417}"/>
              </a:ext>
            </a:extLst>
          </p:cNvPr>
          <p:cNvSpPr>
            <a:spLocks noGrp="1"/>
          </p:cNvSpPr>
          <p:nvPr>
            <p:ph type="body" sz="quarter" idx="20"/>
          </p:nvPr>
        </p:nvSpPr>
        <p:spPr/>
        <p:txBody>
          <a:bodyPr/>
          <a:lstStyle/>
          <a:p>
            <a:r>
              <a:rPr lang="en-AU"/>
              <a:t>Assistant Director  |  Hitchhiker Pests Policy</a:t>
            </a:r>
          </a:p>
        </p:txBody>
      </p:sp>
      <p:sp>
        <p:nvSpPr>
          <p:cNvPr id="2" name="Rectangle: Diagonal Corners Rounded 1">
            <a:extLst>
              <a:ext uri="{FF2B5EF4-FFF2-40B4-BE49-F238E27FC236}">
                <a16:creationId xmlns:a16="http://schemas.microsoft.com/office/drawing/2014/main" id="{4354992D-4C63-E605-5E3F-E5FF41C335D5}"/>
              </a:ext>
              <a:ext uri="{C183D7F6-B498-43B3-948B-1728B52AA6E4}">
                <adec:decorative xmlns:adec="http://schemas.microsoft.com/office/drawing/2017/decorative" val="1"/>
              </a:ext>
            </a:extLst>
          </p:cNvPr>
          <p:cNvSpPr/>
          <p:nvPr/>
        </p:nvSpPr>
        <p:spPr>
          <a:xfrm>
            <a:off x="9981351" y="1038122"/>
            <a:ext cx="1749010" cy="1803818"/>
          </a:xfrm>
          <a:prstGeom prst="round2DiagRect">
            <a:avLst>
              <a:gd name="adj1" fmla="val 32009"/>
              <a:gd name="adj2" fmla="val 0"/>
            </a:avLst>
          </a:prstGeom>
          <a:noFill/>
          <a:ln w="57150">
            <a:solidFill>
              <a:srgbClr val="FF867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AU"/>
          </a:p>
        </p:txBody>
      </p:sp>
      <p:pic>
        <p:nvPicPr>
          <p:cNvPr id="3" name="Picture 2">
            <a:extLst>
              <a:ext uri="{FF2B5EF4-FFF2-40B4-BE49-F238E27FC236}">
                <a16:creationId xmlns:a16="http://schemas.microsoft.com/office/drawing/2014/main" id="{1E10E2CF-B1CA-F782-5B5B-E0C336EF6B7C}"/>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8800041">
            <a:off x="9909724" y="989290"/>
            <a:ext cx="2021737" cy="2021574"/>
          </a:xfrm>
          <a:prstGeom prst="rect">
            <a:avLst/>
          </a:prstGeom>
        </p:spPr>
      </p:pic>
      <p:pic>
        <p:nvPicPr>
          <p:cNvPr id="5" name="Graphic 4">
            <a:extLst>
              <a:ext uri="{FF2B5EF4-FFF2-40B4-BE49-F238E27FC236}">
                <a16:creationId xmlns:a16="http://schemas.microsoft.com/office/drawing/2014/main" id="{B4074722-9BC1-59EF-4BFC-134DE3BC75BE}"/>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6200000">
            <a:off x="8555198" y="4187611"/>
            <a:ext cx="927848" cy="927848"/>
          </a:xfrm>
          <a:prstGeom prst="rect">
            <a:avLst/>
          </a:prstGeom>
        </p:spPr>
      </p:pic>
      <p:sp>
        <p:nvSpPr>
          <p:cNvPr id="6" name="Rectangle: Diagonal Corners Rounded 5">
            <a:extLst>
              <a:ext uri="{FF2B5EF4-FFF2-40B4-BE49-F238E27FC236}">
                <a16:creationId xmlns:a16="http://schemas.microsoft.com/office/drawing/2014/main" id="{6695717D-7225-6A74-DB29-BC91426BD1CA}"/>
              </a:ext>
              <a:ext uri="{C183D7F6-B498-43B3-948B-1728B52AA6E4}">
                <adec:decorative xmlns:adec="http://schemas.microsoft.com/office/drawing/2017/decorative" val="1"/>
              </a:ext>
            </a:extLst>
          </p:cNvPr>
          <p:cNvSpPr/>
          <p:nvPr/>
        </p:nvSpPr>
        <p:spPr>
          <a:xfrm flipH="1">
            <a:off x="9660071" y="2540978"/>
            <a:ext cx="1471010" cy="1452953"/>
          </a:xfrm>
          <a:prstGeom prst="round2DiagRect">
            <a:avLst>
              <a:gd name="adj1" fmla="val 34126"/>
              <a:gd name="adj2" fmla="val 0"/>
            </a:avLst>
          </a:prstGeom>
          <a:solidFill>
            <a:srgbClr val="0076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AU"/>
          </a:p>
        </p:txBody>
      </p:sp>
      <p:sp>
        <p:nvSpPr>
          <p:cNvPr id="13" name="Freeform: Shape 12">
            <a:extLst>
              <a:ext uri="{FF2B5EF4-FFF2-40B4-BE49-F238E27FC236}">
                <a16:creationId xmlns:a16="http://schemas.microsoft.com/office/drawing/2014/main" id="{B578E547-4177-14D2-F787-7E401A003515}"/>
              </a:ext>
              <a:ext uri="{C183D7F6-B498-43B3-948B-1728B52AA6E4}">
                <adec:decorative xmlns:adec="http://schemas.microsoft.com/office/drawing/2017/decorative" val="1"/>
              </a:ext>
            </a:extLst>
          </p:cNvPr>
          <p:cNvSpPr/>
          <p:nvPr/>
        </p:nvSpPr>
        <p:spPr>
          <a:xfrm>
            <a:off x="6778864" y="1299604"/>
            <a:ext cx="2695363" cy="2697774"/>
          </a:xfrm>
          <a:custGeom>
            <a:avLst/>
            <a:gdLst>
              <a:gd name="connsiteX0" fmla="*/ 0 w 1547374"/>
              <a:gd name="connsiteY0" fmla="*/ 0 h 1541765"/>
              <a:gd name="connsiteX1" fmla="*/ 1025661 w 1547374"/>
              <a:gd name="connsiteY1" fmla="*/ 0 h 1541765"/>
              <a:gd name="connsiteX2" fmla="*/ 1025661 w 1547374"/>
              <a:gd name="connsiteY2" fmla="*/ 83 h 1541765"/>
              <a:gd name="connsiteX3" fmla="*/ 1026596 w 1547374"/>
              <a:gd name="connsiteY3" fmla="*/ 0 h 1541765"/>
              <a:gd name="connsiteX4" fmla="*/ 1547374 w 1547374"/>
              <a:gd name="connsiteY4" fmla="*/ 520778 h 1541765"/>
              <a:gd name="connsiteX5" fmla="*/ 1547267 w 1547374"/>
              <a:gd name="connsiteY5" fmla="*/ 521990 h 1541765"/>
              <a:gd name="connsiteX6" fmla="*/ 1547374 w 1547374"/>
              <a:gd name="connsiteY6" fmla="*/ 521990 h 1541765"/>
              <a:gd name="connsiteX7" fmla="*/ 1547374 w 1547374"/>
              <a:gd name="connsiteY7" fmla="*/ 1541765 h 1541765"/>
              <a:gd name="connsiteX8" fmla="*/ 534190 w 1547374"/>
              <a:gd name="connsiteY8" fmla="*/ 1541765 h 1541765"/>
              <a:gd name="connsiteX9" fmla="*/ 534190 w 1547374"/>
              <a:gd name="connsiteY9" fmla="*/ 1540582 h 1541765"/>
              <a:gd name="connsiteX10" fmla="*/ 520778 w 1547374"/>
              <a:gd name="connsiteY10" fmla="*/ 1541765 h 1541765"/>
              <a:gd name="connsiteX11" fmla="*/ 0 w 1547374"/>
              <a:gd name="connsiteY11" fmla="*/ 1020987 h 1541765"/>
              <a:gd name="connsiteX12" fmla="*/ 330 w 1547374"/>
              <a:gd name="connsiteY12" fmla="*/ 1017247 h 1541765"/>
              <a:gd name="connsiteX13" fmla="*/ 0 w 1547374"/>
              <a:gd name="connsiteY13" fmla="*/ 1017247 h 1541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47374" h="1541765">
                <a:moveTo>
                  <a:pt x="0" y="0"/>
                </a:moveTo>
                <a:lnTo>
                  <a:pt x="1025661" y="0"/>
                </a:lnTo>
                <a:lnTo>
                  <a:pt x="1025661" y="83"/>
                </a:lnTo>
                <a:lnTo>
                  <a:pt x="1026596" y="0"/>
                </a:lnTo>
                <a:cubicBezTo>
                  <a:pt x="1314214" y="0"/>
                  <a:pt x="1547374" y="233160"/>
                  <a:pt x="1547374" y="520778"/>
                </a:cubicBezTo>
                <a:lnTo>
                  <a:pt x="1547267" y="521990"/>
                </a:lnTo>
                <a:lnTo>
                  <a:pt x="1547374" y="521990"/>
                </a:lnTo>
                <a:lnTo>
                  <a:pt x="1547374" y="1541765"/>
                </a:lnTo>
                <a:lnTo>
                  <a:pt x="534190" y="1541765"/>
                </a:lnTo>
                <a:lnTo>
                  <a:pt x="534190" y="1540582"/>
                </a:lnTo>
                <a:lnTo>
                  <a:pt x="520778" y="1541765"/>
                </a:lnTo>
                <a:cubicBezTo>
                  <a:pt x="233160" y="1541765"/>
                  <a:pt x="0" y="1308605"/>
                  <a:pt x="0" y="1020987"/>
                </a:cubicBezTo>
                <a:lnTo>
                  <a:pt x="330" y="1017247"/>
                </a:lnTo>
                <a:lnTo>
                  <a:pt x="0" y="1017247"/>
                </a:lnTo>
                <a:close/>
              </a:path>
            </a:pathLst>
          </a:custGeom>
          <a:blipFill>
            <a:blip r:embed="rId6">
              <a:extLst>
                <a:ext uri="{28A0092B-C50C-407E-A947-70E740481C1C}">
                  <a14:useLocalDpi xmlns:a14="http://schemas.microsoft.com/office/drawing/2010/main" val="0"/>
                </a:ext>
              </a:extLst>
            </a:blip>
            <a:stretch>
              <a:fillRect/>
            </a:stretch>
          </a:blipFill>
          <a:ln w="762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sp>
        <p:nvSpPr>
          <p:cNvPr id="14" name="Rectangle: Diagonal Corners Rounded 13">
            <a:extLst>
              <a:ext uri="{FF2B5EF4-FFF2-40B4-BE49-F238E27FC236}">
                <a16:creationId xmlns:a16="http://schemas.microsoft.com/office/drawing/2014/main" id="{987A74C2-E9B0-6FA1-CACC-6D60214C83C3}"/>
              </a:ext>
              <a:ext uri="{C183D7F6-B498-43B3-948B-1728B52AA6E4}">
                <adec:decorative xmlns:adec="http://schemas.microsoft.com/office/drawing/2017/decorative" val="1"/>
              </a:ext>
            </a:extLst>
          </p:cNvPr>
          <p:cNvSpPr/>
          <p:nvPr/>
        </p:nvSpPr>
        <p:spPr>
          <a:xfrm flipH="1">
            <a:off x="9671552" y="4177190"/>
            <a:ext cx="1810383" cy="1803818"/>
          </a:xfrm>
          <a:prstGeom prst="round2DiagRect">
            <a:avLst>
              <a:gd name="adj1" fmla="val 34110"/>
              <a:gd name="adj2" fmla="val 0"/>
            </a:avLst>
          </a:prstGeom>
          <a:blipFill>
            <a:blip r:embed="rId7">
              <a:extLst>
                <a:ext uri="{28A0092B-C50C-407E-A947-70E740481C1C}">
                  <a14:useLocalDpi xmlns:a14="http://schemas.microsoft.com/office/drawing/2010/main" val="0"/>
                </a:ext>
              </a:extLst>
            </a:blip>
            <a:stretch>
              <a:fillRect l="1008" t="-13348" r="-1008" b="-14028"/>
            </a:stretch>
          </a:blipFill>
          <a:ln w="762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spTree>
    <p:extLst>
      <p:ext uri="{BB962C8B-B14F-4D97-AF65-F5344CB8AC3E}">
        <p14:creationId xmlns:p14="http://schemas.microsoft.com/office/powerpoint/2010/main" val="3345030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14E80-93FC-C1E9-783D-DB4440E2680D}"/>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9209B9B3-84E4-1DC8-0BD1-B02A26CE4268}"/>
              </a:ext>
              <a:ext uri="{C183D7F6-B498-43B3-948B-1728B52AA6E4}">
                <adec:decorative xmlns:adec="http://schemas.microsoft.com/office/drawing/2017/decorative" val="1"/>
              </a:ext>
            </a:extLst>
          </p:cNvPr>
          <p:cNvPicPr>
            <a:picLocks noChangeAspect="1"/>
          </p:cNvPicPr>
          <p:nvPr/>
        </p:nvPicPr>
        <p:blipFill rotWithShape="1">
          <a:blip r:embed="rId3">
            <a:alphaModFix/>
            <a:extLst>
              <a:ext uri="{28A0092B-C50C-407E-A947-70E740481C1C}">
                <a14:useLocalDpi xmlns:a14="http://schemas.microsoft.com/office/drawing/2010/main" val="0"/>
              </a:ext>
            </a:extLst>
          </a:blip>
          <a:srcRect r="24004" b="23966"/>
          <a:stretch/>
        </p:blipFill>
        <p:spPr>
          <a:xfrm>
            <a:off x="7239268" y="1911552"/>
            <a:ext cx="4952732" cy="4946448"/>
          </a:xfrm>
          <a:prstGeom prst="rect">
            <a:avLst/>
          </a:prstGeom>
        </p:spPr>
      </p:pic>
      <p:sp>
        <p:nvSpPr>
          <p:cNvPr id="12" name="Text Placeholder 4">
            <a:extLst>
              <a:ext uri="{FF2B5EF4-FFF2-40B4-BE49-F238E27FC236}">
                <a16:creationId xmlns:a16="http://schemas.microsoft.com/office/drawing/2014/main" id="{FB825A2D-30F6-2DC4-AAE1-35769AE9340B}"/>
              </a:ext>
            </a:extLst>
          </p:cNvPr>
          <p:cNvSpPr txBox="1">
            <a:spLocks noGrp="1"/>
          </p:cNvSpPr>
          <p:nvPr>
            <p:ph type="title" idx="4294967295"/>
          </p:nvPr>
        </p:nvSpPr>
        <p:spPr>
          <a:xfrm>
            <a:off x="689679" y="821327"/>
            <a:ext cx="5270499" cy="58694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4000" b="1" i="0" u="none" strike="noStrike" kern="1200" cap="none" spc="0" normalizeH="0" baseline="0" noProof="0">
                <a:ln>
                  <a:noFill/>
                </a:ln>
                <a:solidFill>
                  <a:schemeClr val="tx1"/>
                </a:solidFill>
                <a:effectLst/>
                <a:uLnTx/>
                <a:uFillTx/>
                <a:latin typeface="+mn-lt"/>
                <a:ea typeface="+mn-ea"/>
                <a:cs typeface="+mn-cs"/>
              </a:rPr>
              <a:t>Agenda</a:t>
            </a:r>
            <a:endParaRPr kumimoji="0" lang="en-AU" sz="4800" b="1" i="0" u="none" strike="noStrike" kern="1200" cap="none" spc="0" normalizeH="0" baseline="0" noProof="0">
              <a:ln>
                <a:noFill/>
              </a:ln>
              <a:solidFill>
                <a:schemeClr val="tx1"/>
              </a:solidFill>
              <a:effectLst/>
              <a:uLnTx/>
              <a:uFillTx/>
              <a:latin typeface="+mn-lt"/>
              <a:ea typeface="+mn-ea"/>
              <a:cs typeface="+mn-cs"/>
            </a:endParaRPr>
          </a:p>
        </p:txBody>
      </p:sp>
      <p:pic>
        <p:nvPicPr>
          <p:cNvPr id="13" name="Picture 12">
            <a:extLst>
              <a:ext uri="{FF2B5EF4-FFF2-40B4-BE49-F238E27FC236}">
                <a16:creationId xmlns:a16="http://schemas.microsoft.com/office/drawing/2014/main" id="{B53B38F2-49E7-9831-D913-2FC0F9704B8E}"/>
              </a:ext>
              <a:ext uri="{C183D7F6-B498-43B3-948B-1728B52AA6E4}">
                <adec:decorative xmlns:adec="http://schemas.microsoft.com/office/drawing/2017/decorative" val="1"/>
              </a:ext>
            </a:extLst>
          </p:cNvPr>
          <p:cNvPicPr/>
          <p:nvPr/>
        </p:nvPicPr>
        <p:blipFill>
          <a:blip r:embed="rId4">
            <a:alphaModFix amt="35000"/>
            <a:extLst>
              <a:ext uri="{28A0092B-C50C-407E-A947-70E740481C1C}">
                <a14:useLocalDpi xmlns:a14="http://schemas.microsoft.com/office/drawing/2010/main" val="0"/>
              </a:ext>
            </a:extLst>
          </a:blip>
          <a:stretch>
            <a:fillRect/>
          </a:stretch>
        </p:blipFill>
        <p:spPr>
          <a:xfrm rot="12349248">
            <a:off x="6117082" y="-4543917"/>
            <a:ext cx="9088566" cy="9087833"/>
          </a:xfrm>
          <a:prstGeom prst="rect">
            <a:avLst/>
          </a:prstGeom>
        </p:spPr>
      </p:pic>
      <p:sp>
        <p:nvSpPr>
          <p:cNvPr id="14" name="Text Placeholder 3">
            <a:extLst>
              <a:ext uri="{FF2B5EF4-FFF2-40B4-BE49-F238E27FC236}">
                <a16:creationId xmlns:a16="http://schemas.microsoft.com/office/drawing/2014/main" id="{6CE95EA4-7305-D53C-C1FB-36451D6FB7E0}"/>
              </a:ext>
            </a:extLst>
          </p:cNvPr>
          <p:cNvSpPr txBox="1">
            <a:spLocks/>
          </p:cNvSpPr>
          <p:nvPr/>
        </p:nvSpPr>
        <p:spPr>
          <a:xfrm>
            <a:off x="689679" y="1634706"/>
            <a:ext cx="7265581" cy="480542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buFont typeface="Arial" panose="020B0604020202020204" pitchFamily="34" charset="0"/>
              <a:buChar char="•"/>
            </a:pPr>
            <a:r>
              <a:rPr lang="en-AU" sz="2000" b="1"/>
              <a:t>Acknowledgement of country</a:t>
            </a:r>
          </a:p>
          <a:p>
            <a:pPr marL="285750" indent="-285750">
              <a:lnSpc>
                <a:spcPct val="150000"/>
              </a:lnSpc>
              <a:buFont typeface="Arial" panose="020B0604020202020204" pitchFamily="34" charset="0"/>
              <a:buChar char="•"/>
            </a:pPr>
            <a:r>
              <a:rPr lang="en-AU" sz="2000" b="1"/>
              <a:t>2024-25 BMSB season review</a:t>
            </a:r>
          </a:p>
          <a:p>
            <a:pPr marL="285750" indent="-285750">
              <a:lnSpc>
                <a:spcPct val="150000"/>
              </a:lnSpc>
              <a:buFont typeface="Arial" panose="020B0604020202020204" pitchFamily="34" charset="0"/>
              <a:buChar char="•"/>
            </a:pPr>
            <a:r>
              <a:rPr lang="en-AU" sz="2000" b="1"/>
              <a:t>Measures for the upcoming BMSB season</a:t>
            </a:r>
          </a:p>
          <a:p>
            <a:pPr marL="285750" indent="-285750">
              <a:lnSpc>
                <a:spcPct val="150000"/>
              </a:lnSpc>
              <a:buFont typeface="Arial" panose="020B0604020202020204" pitchFamily="34" charset="0"/>
              <a:buChar char="•"/>
            </a:pPr>
            <a:endParaRPr lang="en-AU" sz="1800" b="1"/>
          </a:p>
          <a:p>
            <a:pPr marL="285750" indent="-285750">
              <a:lnSpc>
                <a:spcPct val="150000"/>
              </a:lnSpc>
              <a:buFont typeface="Arial" panose="020B0604020202020204" pitchFamily="34" charset="0"/>
              <a:buChar char="•"/>
            </a:pPr>
            <a:endParaRPr lang="en-AU" sz="1800" b="1"/>
          </a:p>
          <a:p>
            <a:pPr marL="285750" indent="-285750">
              <a:lnSpc>
                <a:spcPct val="150000"/>
              </a:lnSpc>
              <a:buFont typeface="Arial" panose="020B0604020202020204" pitchFamily="34" charset="0"/>
              <a:buChar char="•"/>
            </a:pPr>
            <a:endParaRPr lang="en-AU" sz="1800" b="1"/>
          </a:p>
          <a:p>
            <a:pPr marL="285750" indent="-285750">
              <a:lnSpc>
                <a:spcPct val="150000"/>
              </a:lnSpc>
              <a:buFont typeface="Arial" panose="020B0604020202020204" pitchFamily="34" charset="0"/>
              <a:buChar char="•"/>
            </a:pPr>
            <a:endParaRPr lang="en-AU" sz="1800" b="1"/>
          </a:p>
          <a:p>
            <a:pPr marL="285750" indent="-285750">
              <a:lnSpc>
                <a:spcPct val="150000"/>
              </a:lnSpc>
              <a:buFont typeface="Arial" panose="020B0604020202020204" pitchFamily="34" charset="0"/>
              <a:buChar char="•"/>
            </a:pPr>
            <a:r>
              <a:rPr lang="en-AU" sz="2000" b="1"/>
              <a:t>Questions</a:t>
            </a:r>
          </a:p>
        </p:txBody>
      </p:sp>
      <p:sp>
        <p:nvSpPr>
          <p:cNvPr id="15" name="TextBox 14">
            <a:extLst>
              <a:ext uri="{FF2B5EF4-FFF2-40B4-BE49-F238E27FC236}">
                <a16:creationId xmlns:a16="http://schemas.microsoft.com/office/drawing/2014/main" id="{70CA5C7F-9B85-01EF-73A3-F54C55FC1506}"/>
              </a:ext>
            </a:extLst>
          </p:cNvPr>
          <p:cNvSpPr txBox="1"/>
          <p:nvPr/>
        </p:nvSpPr>
        <p:spPr>
          <a:xfrm>
            <a:off x="407102" y="3441196"/>
            <a:ext cx="8061037" cy="2232000"/>
          </a:xfrm>
          <a:prstGeom prst="rect">
            <a:avLst/>
          </a:prstGeom>
          <a:noFill/>
        </p:spPr>
        <p:txBody>
          <a:bodyPr wrap="square" numCol="2">
            <a:spAutoFit/>
          </a:bodyPr>
          <a:lstStyle/>
          <a:p>
            <a:pPr marL="971550" lvl="1" indent="-285750">
              <a:buFont typeface="Wingdings" panose="05000000000000000000" pitchFamily="2" charset="2"/>
              <a:buChar char="Ø"/>
            </a:pPr>
            <a:r>
              <a:rPr lang="en-AU" sz="1600"/>
              <a:t>Target Goods, Countries and Dates</a:t>
            </a:r>
          </a:p>
          <a:p>
            <a:pPr marL="971550" lvl="1" indent="-285750">
              <a:lnSpc>
                <a:spcPct val="150000"/>
              </a:lnSpc>
              <a:buFont typeface="Wingdings" panose="05000000000000000000" pitchFamily="2" charset="2"/>
              <a:buChar char="Ø"/>
            </a:pPr>
            <a:r>
              <a:rPr lang="en-AU" sz="1600"/>
              <a:t>Containerised vs Break Bulk</a:t>
            </a:r>
          </a:p>
          <a:p>
            <a:pPr marL="971550" lvl="1" indent="-285750">
              <a:lnSpc>
                <a:spcPct val="150000"/>
              </a:lnSpc>
              <a:buFont typeface="Wingdings" panose="05000000000000000000" pitchFamily="2" charset="2"/>
              <a:buChar char="Ø"/>
            </a:pPr>
            <a:r>
              <a:rPr lang="en-AU" sz="1600"/>
              <a:t>BMSB Treatments</a:t>
            </a:r>
          </a:p>
          <a:p>
            <a:pPr marL="971550" lvl="1" indent="-285750">
              <a:lnSpc>
                <a:spcPct val="150000"/>
              </a:lnSpc>
              <a:buFont typeface="Wingdings" panose="05000000000000000000" pitchFamily="2" charset="2"/>
              <a:buChar char="Ø"/>
            </a:pPr>
            <a:r>
              <a:rPr lang="en-AU" sz="1600"/>
              <a:t>Safeguarding Scheme</a:t>
            </a:r>
          </a:p>
          <a:p>
            <a:pPr marL="971550" lvl="1" indent="-285750">
              <a:lnSpc>
                <a:spcPct val="150000"/>
              </a:lnSpc>
              <a:buFont typeface="Wingdings" panose="05000000000000000000" pitchFamily="2" charset="2"/>
              <a:buChar char="Ø"/>
            </a:pPr>
            <a:r>
              <a:rPr lang="en-AU" sz="1600"/>
              <a:t>NUFT and 120 hours</a:t>
            </a:r>
          </a:p>
          <a:p>
            <a:pPr marL="971550" lvl="1" indent="-285750">
              <a:lnSpc>
                <a:spcPct val="150000"/>
              </a:lnSpc>
              <a:buFont typeface="Wingdings" panose="05000000000000000000" pitchFamily="2" charset="2"/>
              <a:buChar char="Ø"/>
            </a:pPr>
            <a:r>
              <a:rPr lang="en-AU" sz="1600"/>
              <a:t>Verification Inspections</a:t>
            </a:r>
          </a:p>
          <a:p>
            <a:pPr marL="971550" lvl="1" indent="-285750">
              <a:buFont typeface="Wingdings" panose="05000000000000000000" pitchFamily="2" charset="2"/>
              <a:buChar char="Ø"/>
            </a:pPr>
            <a:r>
              <a:rPr lang="en-AU" sz="1600"/>
              <a:t>Sealing Declarations</a:t>
            </a:r>
          </a:p>
          <a:p>
            <a:pPr marL="971550" lvl="1" indent="-285750">
              <a:lnSpc>
                <a:spcPct val="150000"/>
              </a:lnSpc>
              <a:buFont typeface="Wingdings" panose="05000000000000000000" pitchFamily="2" charset="2"/>
              <a:buChar char="Ø"/>
            </a:pPr>
            <a:r>
              <a:rPr lang="en-AU" sz="1600"/>
              <a:t>In-transit &amp; Rolled Policies</a:t>
            </a:r>
          </a:p>
          <a:p>
            <a:pPr marL="971550" lvl="1" indent="-285750">
              <a:lnSpc>
                <a:spcPct val="150000"/>
              </a:lnSpc>
              <a:buFont typeface="Wingdings" panose="05000000000000000000" pitchFamily="2" charset="2"/>
              <a:buChar char="Ø"/>
            </a:pPr>
            <a:r>
              <a:rPr lang="en-AU" sz="1600"/>
              <a:t>Emerging Risk Countries</a:t>
            </a:r>
          </a:p>
          <a:p>
            <a:pPr marL="971550" lvl="1" indent="-285750">
              <a:lnSpc>
                <a:spcPct val="150000"/>
              </a:lnSpc>
              <a:buFont typeface="Wingdings" panose="05000000000000000000" pitchFamily="2" charset="2"/>
              <a:buChar char="Ø"/>
            </a:pPr>
            <a:r>
              <a:rPr lang="en-AU" sz="1600"/>
              <a:t>UPEs and Concessional Tariff 99</a:t>
            </a:r>
          </a:p>
          <a:p>
            <a:pPr marL="971550" lvl="1" indent="-285750">
              <a:lnSpc>
                <a:spcPct val="150000"/>
              </a:lnSpc>
              <a:buFont typeface="Wingdings" panose="05000000000000000000" pitchFamily="2" charset="2"/>
              <a:buChar char="Ø"/>
            </a:pPr>
            <a:r>
              <a:rPr lang="en-AU" sz="1600"/>
              <a:t>Management of LCL/FAK Containers</a:t>
            </a:r>
          </a:p>
          <a:p>
            <a:pPr marL="971550" lvl="1" indent="-285750">
              <a:lnSpc>
                <a:spcPct val="150000"/>
              </a:lnSpc>
              <a:buFont typeface="Wingdings" panose="05000000000000000000" pitchFamily="2" charset="2"/>
              <a:buChar char="Ø"/>
            </a:pPr>
            <a:r>
              <a:rPr lang="en-AU" sz="1600"/>
              <a:t>ICS Reporting</a:t>
            </a:r>
          </a:p>
        </p:txBody>
      </p:sp>
    </p:spTree>
    <p:extLst>
      <p:ext uri="{BB962C8B-B14F-4D97-AF65-F5344CB8AC3E}">
        <p14:creationId xmlns:p14="http://schemas.microsoft.com/office/powerpoint/2010/main" val="2379415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6A2F5-73E0-8AC4-FA7F-154220D9E8E5}"/>
            </a:ext>
          </a:extLst>
        </p:cNvPr>
        <p:cNvGrpSpPr/>
        <p:nvPr/>
      </p:nvGrpSpPr>
      <p:grpSpPr>
        <a:xfrm>
          <a:off x="0" y="0"/>
          <a:ext cx="0" cy="0"/>
          <a:chOff x="0" y="0"/>
          <a:chExt cx="0" cy="0"/>
        </a:xfrm>
      </p:grpSpPr>
      <p:sp>
        <p:nvSpPr>
          <p:cNvPr id="31" name="Text Placeholder 3">
            <a:extLst>
              <a:ext uri="{FF2B5EF4-FFF2-40B4-BE49-F238E27FC236}">
                <a16:creationId xmlns:a16="http://schemas.microsoft.com/office/drawing/2014/main" id="{4C6B2343-3173-D920-35DF-F5E58973A381}"/>
              </a:ext>
              <a:ext uri="{C183D7F6-B498-43B3-948B-1728B52AA6E4}">
                <adec:decorative xmlns:adec="http://schemas.microsoft.com/office/drawing/2017/decorative" val="1"/>
              </a:ext>
            </a:extLst>
          </p:cNvPr>
          <p:cNvSpPr txBox="1">
            <a:spLocks/>
          </p:cNvSpPr>
          <p:nvPr/>
        </p:nvSpPr>
        <p:spPr>
          <a:xfrm>
            <a:off x="1063626" y="4467574"/>
            <a:ext cx="7265581" cy="197255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AU" sz="1800" b="1"/>
          </a:p>
        </p:txBody>
      </p:sp>
      <p:sp>
        <p:nvSpPr>
          <p:cNvPr id="32" name="Text Placeholder 4">
            <a:extLst>
              <a:ext uri="{FF2B5EF4-FFF2-40B4-BE49-F238E27FC236}">
                <a16:creationId xmlns:a16="http://schemas.microsoft.com/office/drawing/2014/main" id="{6DB442F3-E67D-7709-A1F6-9A1247FE19CE}"/>
              </a:ext>
            </a:extLst>
          </p:cNvPr>
          <p:cNvSpPr txBox="1">
            <a:spLocks noGrp="1"/>
          </p:cNvSpPr>
          <p:nvPr>
            <p:ph type="title" idx="4294967295"/>
          </p:nvPr>
        </p:nvSpPr>
        <p:spPr>
          <a:xfrm>
            <a:off x="689679" y="821327"/>
            <a:ext cx="6675780" cy="58694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4000" b="1" i="0" u="none" strike="noStrike" kern="1200" cap="none" spc="0" normalizeH="0" baseline="0" noProof="0">
                <a:ln>
                  <a:noFill/>
                </a:ln>
                <a:solidFill>
                  <a:schemeClr val="tx1"/>
                </a:solidFill>
                <a:effectLst/>
                <a:uLnTx/>
                <a:uFillTx/>
                <a:latin typeface="+mn-lt"/>
                <a:ea typeface="+mn-ea"/>
                <a:cs typeface="+mn-cs"/>
              </a:rPr>
              <a:t>2024-25 BMSB Season Review</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AU" sz="4800" b="1" i="0" u="none" strike="noStrike" kern="1200" cap="none" spc="0" normalizeH="0" baseline="0" noProof="0">
              <a:ln>
                <a:noFill/>
              </a:ln>
              <a:solidFill>
                <a:schemeClr val="tx1"/>
              </a:solidFill>
              <a:effectLst/>
              <a:uLnTx/>
              <a:uFillTx/>
              <a:latin typeface="+mn-lt"/>
              <a:ea typeface="+mn-ea"/>
              <a:cs typeface="+mn-cs"/>
            </a:endParaRPr>
          </a:p>
        </p:txBody>
      </p:sp>
      <p:graphicFrame>
        <p:nvGraphicFramePr>
          <p:cNvPr id="34" name="Table 33">
            <a:extLst>
              <a:ext uri="{FF2B5EF4-FFF2-40B4-BE49-F238E27FC236}">
                <a16:creationId xmlns:a16="http://schemas.microsoft.com/office/drawing/2014/main" id="{C3804A42-D613-3737-0038-2C1C708DDD66}"/>
              </a:ext>
            </a:extLst>
          </p:cNvPr>
          <p:cNvGraphicFramePr>
            <a:graphicFrameLocks noGrp="1"/>
          </p:cNvGraphicFramePr>
          <p:nvPr>
            <p:extLst>
              <p:ext uri="{D42A27DB-BD31-4B8C-83A1-F6EECF244321}">
                <p14:modId xmlns:p14="http://schemas.microsoft.com/office/powerpoint/2010/main" val="3717475447"/>
              </p:ext>
            </p:extLst>
          </p:nvPr>
        </p:nvGraphicFramePr>
        <p:xfrm>
          <a:off x="485775" y="1543604"/>
          <a:ext cx="5581795" cy="2934000"/>
        </p:xfrm>
        <a:graphic>
          <a:graphicData uri="http://schemas.openxmlformats.org/drawingml/2006/table">
            <a:tbl>
              <a:tblPr firstRow="1" bandRow="1">
                <a:tableStyleId>{93296810-A885-4BE3-A3E7-6D5BEEA58F35}</a:tableStyleId>
              </a:tblPr>
              <a:tblGrid>
                <a:gridCol w="1783801">
                  <a:extLst>
                    <a:ext uri="{9D8B030D-6E8A-4147-A177-3AD203B41FA5}">
                      <a16:colId xmlns:a16="http://schemas.microsoft.com/office/drawing/2014/main" val="3379468677"/>
                    </a:ext>
                  </a:extLst>
                </a:gridCol>
                <a:gridCol w="1017913">
                  <a:extLst>
                    <a:ext uri="{9D8B030D-6E8A-4147-A177-3AD203B41FA5}">
                      <a16:colId xmlns:a16="http://schemas.microsoft.com/office/drawing/2014/main" val="279447817"/>
                    </a:ext>
                  </a:extLst>
                </a:gridCol>
                <a:gridCol w="1430232">
                  <a:extLst>
                    <a:ext uri="{9D8B030D-6E8A-4147-A177-3AD203B41FA5}">
                      <a16:colId xmlns:a16="http://schemas.microsoft.com/office/drawing/2014/main" val="782064118"/>
                    </a:ext>
                  </a:extLst>
                </a:gridCol>
                <a:gridCol w="1349849">
                  <a:extLst>
                    <a:ext uri="{9D8B030D-6E8A-4147-A177-3AD203B41FA5}">
                      <a16:colId xmlns:a16="http://schemas.microsoft.com/office/drawing/2014/main" val="776717967"/>
                    </a:ext>
                  </a:extLst>
                </a:gridCol>
              </a:tblGrid>
              <a:tr h="360000">
                <a:tc gridSpan="4">
                  <a:txBody>
                    <a:bodyPr/>
                    <a:lstStyle/>
                    <a:p>
                      <a:r>
                        <a:rPr lang="en-AU" sz="1600">
                          <a:solidFill>
                            <a:schemeClr val="tx1"/>
                          </a:solidFill>
                          <a:latin typeface="+mn-lt"/>
                        </a:rPr>
                        <a:t>BMSB Detections</a:t>
                      </a:r>
                      <a:endParaRPr lang="en-AU" sz="1200">
                        <a:solidFill>
                          <a:schemeClr val="tx1"/>
                        </a:solidFill>
                        <a:latin typeface="+mn-lt"/>
                      </a:endParaRPr>
                    </a:p>
                  </a:txBody>
                  <a:tcPr marL="90416" marR="90416" marT="45208" marB="45208" anchor="ctr"/>
                </a:tc>
                <a:tc hMerge="1">
                  <a:txBody>
                    <a:bodyPr/>
                    <a:lstStyle/>
                    <a:p>
                      <a:endParaRPr lang="en-AU"/>
                    </a:p>
                  </a:txBody>
                  <a:tcPr/>
                </a:tc>
                <a:tc hMerge="1">
                  <a:txBody>
                    <a:bodyPr/>
                    <a:lstStyle/>
                    <a:p>
                      <a:endParaRPr lang="en-AU"/>
                    </a:p>
                  </a:txBody>
                  <a:tcPr/>
                </a:tc>
                <a:tc hMerge="1">
                  <a:txBody>
                    <a:bodyPr/>
                    <a:lstStyle/>
                    <a:p>
                      <a:endParaRPr lang="en-AU" sz="1200">
                        <a:solidFill>
                          <a:schemeClr val="tx1"/>
                        </a:solidFill>
                        <a:latin typeface="+mn-lt"/>
                      </a:endParaRPr>
                    </a:p>
                  </a:txBody>
                  <a:tcPr marL="90416" marR="90416" marT="45208" marB="45208"/>
                </a:tc>
                <a:extLst>
                  <a:ext uri="{0D108BD9-81ED-4DB2-BD59-A6C34878D82A}">
                    <a16:rowId xmlns:a16="http://schemas.microsoft.com/office/drawing/2014/main" val="2004868537"/>
                  </a:ext>
                </a:extLst>
              </a:tr>
              <a:tr h="55800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sz="1600" b="1">
                        <a:solidFill>
                          <a:schemeClr val="tx1"/>
                        </a:solidFill>
                        <a:latin typeface="+mn-lt"/>
                      </a:endParaRPr>
                    </a:p>
                  </a:txBody>
                  <a:tcPr marL="90416" marR="90416" marT="45208" marB="45208"/>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b="1">
                        <a:solidFill>
                          <a:schemeClr val="tx2"/>
                        </a:solidFill>
                      </a:endParaRPr>
                    </a:p>
                  </a:txBody>
                  <a:tcPr/>
                </a:tc>
                <a:tc>
                  <a:txBody>
                    <a:bodyPr/>
                    <a:lstStyle/>
                    <a:p>
                      <a:pPr algn="ctr"/>
                      <a:r>
                        <a:rPr lang="en-AU" sz="1400" b="1">
                          <a:solidFill>
                            <a:schemeClr val="tx1"/>
                          </a:solidFill>
                          <a:latin typeface="+mn-lt"/>
                        </a:rPr>
                        <a:t>2023-24</a:t>
                      </a:r>
                    </a:p>
                    <a:p>
                      <a:pPr algn="ctr"/>
                      <a:r>
                        <a:rPr lang="en-AU" sz="1400">
                          <a:solidFill>
                            <a:schemeClr val="tx1"/>
                          </a:solidFill>
                          <a:latin typeface="+mn-lt"/>
                        </a:rPr>
                        <a:t>1 Sept – 19 June</a:t>
                      </a:r>
                    </a:p>
                  </a:txBody>
                  <a:tcPr marL="83479" marR="83479" marT="41740" marB="41740" anchor="ctr"/>
                </a:tc>
                <a:tc>
                  <a:txBody>
                    <a:bodyPr/>
                    <a:lstStyle/>
                    <a:p>
                      <a:pPr algn="ctr"/>
                      <a:r>
                        <a:rPr lang="en-AU" sz="1400" b="1">
                          <a:solidFill>
                            <a:schemeClr val="tx1"/>
                          </a:solidFill>
                          <a:latin typeface="+mn-lt"/>
                        </a:rPr>
                        <a:t>2024-25</a:t>
                      </a:r>
                    </a:p>
                    <a:p>
                      <a:pPr algn="ctr"/>
                      <a:r>
                        <a:rPr lang="en-AU" sz="1400">
                          <a:solidFill>
                            <a:schemeClr val="tx1"/>
                          </a:solidFill>
                          <a:latin typeface="+mn-lt"/>
                        </a:rPr>
                        <a:t>1 Sept – 18 June</a:t>
                      </a:r>
                    </a:p>
                  </a:txBody>
                  <a:tcPr marL="83479" marR="83479" marT="41740" marB="41740" anchor="ctr"/>
                </a:tc>
                <a:extLst>
                  <a:ext uri="{0D108BD9-81ED-4DB2-BD59-A6C34878D82A}">
                    <a16:rowId xmlns:a16="http://schemas.microsoft.com/office/drawing/2014/main" val="1804983875"/>
                  </a:ext>
                </a:extLst>
              </a:tr>
              <a:tr h="360000">
                <a:tc>
                  <a:txBody>
                    <a:bodyPr/>
                    <a:lstStyle/>
                    <a:p>
                      <a:endParaRPr lang="en-AU" sz="1300" b="1">
                        <a:solidFill>
                          <a:schemeClr val="tx1"/>
                        </a:solidFill>
                        <a:latin typeface="+mn-lt"/>
                      </a:endParaRPr>
                    </a:p>
                  </a:txBody>
                  <a:tcPr marL="83479" marR="83479" marT="41740" marB="41740"/>
                </a:tc>
                <a:tc>
                  <a:txBody>
                    <a:bodyPr/>
                    <a:lstStyle/>
                    <a:p>
                      <a:r>
                        <a:rPr lang="en-AU" sz="1600" b="1">
                          <a:solidFill>
                            <a:schemeClr val="tx1"/>
                          </a:solidFill>
                          <a:latin typeface="+mn-lt"/>
                        </a:rPr>
                        <a:t>Condition</a:t>
                      </a:r>
                      <a:endParaRPr lang="en-AU" sz="1400" b="1">
                        <a:solidFill>
                          <a:schemeClr val="tx1"/>
                        </a:solidFill>
                        <a:latin typeface="+mn-lt"/>
                      </a:endParaRPr>
                    </a:p>
                  </a:txBody>
                  <a:tcPr marL="83479" marR="83479" marT="41740" marB="41740"/>
                </a:tc>
                <a:tc gridSpan="2">
                  <a:txBody>
                    <a:bodyPr/>
                    <a:lstStyle/>
                    <a:p>
                      <a:pPr algn="ctr"/>
                      <a:r>
                        <a:rPr lang="en-AU" sz="1600" b="1">
                          <a:solidFill>
                            <a:schemeClr val="tx1"/>
                          </a:solidFill>
                          <a:latin typeface="+mn-lt"/>
                        </a:rPr>
                        <a:t>Number of Detections</a:t>
                      </a:r>
                    </a:p>
                  </a:txBody>
                  <a:tcPr marL="90416" marR="90416" marT="45208" marB="45208" anchor="ctr"/>
                </a:tc>
                <a:tc hMerge="1">
                  <a:txBody>
                    <a:bodyPr/>
                    <a:lstStyle/>
                    <a:p>
                      <a:pPr algn="ctr"/>
                      <a:endParaRPr lang="en-AU" sz="1600" b="1">
                        <a:solidFill>
                          <a:schemeClr val="tx1"/>
                        </a:solidFill>
                        <a:latin typeface="+mn-lt"/>
                      </a:endParaRPr>
                    </a:p>
                  </a:txBody>
                  <a:tcPr marL="90416" marR="90416" marT="45208" marB="45208" anchor="ctr"/>
                </a:tc>
                <a:extLst>
                  <a:ext uri="{0D108BD9-81ED-4DB2-BD59-A6C34878D82A}">
                    <a16:rowId xmlns:a16="http://schemas.microsoft.com/office/drawing/2014/main" val="3220628621"/>
                  </a:ext>
                </a:extLst>
              </a:tr>
              <a:tr h="324000">
                <a:tc rowSpan="2">
                  <a:txBody>
                    <a:bodyPr/>
                    <a:lstStyle/>
                    <a:p>
                      <a:r>
                        <a:rPr lang="en-AU" sz="1600" b="1">
                          <a:solidFill>
                            <a:schemeClr val="tx1"/>
                          </a:solidFill>
                          <a:latin typeface="+mn-lt"/>
                        </a:rPr>
                        <a:t>Biosecurity Intervention Point</a:t>
                      </a:r>
                    </a:p>
                  </a:txBody>
                  <a:tcPr marL="90416" marR="90416" marT="45208" marB="45208" anchor="ctr"/>
                </a:tc>
                <a:tc>
                  <a:txBody>
                    <a:bodyPr/>
                    <a:lstStyle/>
                    <a:p>
                      <a:r>
                        <a:rPr lang="en-AU" sz="1400" b="0">
                          <a:solidFill>
                            <a:schemeClr val="tx1"/>
                          </a:solidFill>
                          <a:latin typeface="+mn-lt"/>
                        </a:rPr>
                        <a:t>Alive</a:t>
                      </a:r>
                    </a:p>
                  </a:txBody>
                  <a:tcPr marL="83479" marR="83479" marT="41740" marB="41740" anchor="ctr"/>
                </a:tc>
                <a:tc>
                  <a:txBody>
                    <a:bodyPr/>
                    <a:lstStyle/>
                    <a:p>
                      <a:pPr algn="r"/>
                      <a:r>
                        <a:rPr lang="en-AU" sz="1400">
                          <a:solidFill>
                            <a:schemeClr val="tx1"/>
                          </a:solidFill>
                          <a:latin typeface="+mn-lt"/>
                        </a:rPr>
                        <a:t>21</a:t>
                      </a:r>
                    </a:p>
                  </a:txBody>
                  <a:tcPr marL="83479" marR="83479" marT="41740" marB="41740" anchor="ctr">
                    <a:solidFill>
                      <a:srgbClr val="FFD9D5"/>
                    </a:solidFill>
                  </a:tcPr>
                </a:tc>
                <a:tc>
                  <a:txBody>
                    <a:bodyPr/>
                    <a:lstStyle/>
                    <a:p>
                      <a:pPr marL="0" algn="r" defTabSz="914400" rtl="0" eaLnBrk="1" latinLnBrk="0" hangingPunct="1">
                        <a:spcBef>
                          <a:spcPts val="600"/>
                        </a:spcBef>
                      </a:pPr>
                      <a:r>
                        <a:rPr lang="en-AU" sz="1400" kern="1200">
                          <a:solidFill>
                            <a:schemeClr val="tx1"/>
                          </a:solidFill>
                          <a:latin typeface="+mn-lt"/>
                          <a:ea typeface="+mn-ea"/>
                          <a:cs typeface="+mn-cs"/>
                        </a:rPr>
                        <a:t>12</a:t>
                      </a:r>
                    </a:p>
                  </a:txBody>
                  <a:tcPr marL="62610" marR="62610" marT="0" marB="0" anchor="ctr">
                    <a:solidFill>
                      <a:srgbClr val="FFD9D5"/>
                    </a:solidFill>
                  </a:tcPr>
                </a:tc>
                <a:extLst>
                  <a:ext uri="{0D108BD9-81ED-4DB2-BD59-A6C34878D82A}">
                    <a16:rowId xmlns:a16="http://schemas.microsoft.com/office/drawing/2014/main" val="2945114061"/>
                  </a:ext>
                </a:extLst>
              </a:tr>
              <a:tr h="324000">
                <a:tc vMerge="1">
                  <a:txBody>
                    <a:bodyPr/>
                    <a:lstStyle/>
                    <a:p>
                      <a:endParaRPr lang="en-AU"/>
                    </a:p>
                  </a:txBody>
                  <a:tcPr/>
                </a:tc>
                <a:tc>
                  <a:txBody>
                    <a:bodyPr/>
                    <a:lstStyle/>
                    <a:p>
                      <a:r>
                        <a:rPr lang="en-AU" sz="1400" b="0">
                          <a:solidFill>
                            <a:schemeClr val="tx1"/>
                          </a:solidFill>
                          <a:latin typeface="+mn-lt"/>
                        </a:rPr>
                        <a:t>Dead</a:t>
                      </a:r>
                    </a:p>
                  </a:txBody>
                  <a:tcPr marL="83479" marR="83479" marT="41740" marB="41740" anchor="ctr">
                    <a:solidFill>
                      <a:srgbClr val="FFD9D5"/>
                    </a:solidFill>
                  </a:tcPr>
                </a:tc>
                <a:tc>
                  <a:txBody>
                    <a:bodyPr/>
                    <a:lstStyle/>
                    <a:p>
                      <a:pPr algn="r"/>
                      <a:r>
                        <a:rPr lang="en-AU" sz="1400">
                          <a:solidFill>
                            <a:schemeClr val="tx1"/>
                          </a:solidFill>
                          <a:latin typeface="+mn-lt"/>
                        </a:rPr>
                        <a:t>151</a:t>
                      </a:r>
                    </a:p>
                  </a:txBody>
                  <a:tcPr marL="83479" marR="83479" marT="41740" marB="41740" anchor="ctr">
                    <a:solidFill>
                      <a:srgbClr val="FFD9D5"/>
                    </a:solidFill>
                  </a:tcPr>
                </a:tc>
                <a:tc>
                  <a:txBody>
                    <a:bodyPr/>
                    <a:lstStyle/>
                    <a:p>
                      <a:pPr marL="0" algn="r" defTabSz="914400" rtl="0" eaLnBrk="1" latinLnBrk="0" hangingPunct="1">
                        <a:spcBef>
                          <a:spcPts val="600"/>
                        </a:spcBef>
                      </a:pPr>
                      <a:r>
                        <a:rPr lang="en-AU" sz="1400" kern="1200">
                          <a:solidFill>
                            <a:schemeClr val="tx1"/>
                          </a:solidFill>
                          <a:latin typeface="+mn-lt"/>
                          <a:ea typeface="+mn-ea"/>
                          <a:cs typeface="+mn-cs"/>
                        </a:rPr>
                        <a:t>164</a:t>
                      </a:r>
                    </a:p>
                  </a:txBody>
                  <a:tcPr marL="62610" marR="62610" marT="0" marB="0" anchor="ctr">
                    <a:solidFill>
                      <a:srgbClr val="FFD9D5"/>
                    </a:solidFill>
                  </a:tcPr>
                </a:tc>
                <a:extLst>
                  <a:ext uri="{0D108BD9-81ED-4DB2-BD59-A6C34878D82A}">
                    <a16:rowId xmlns:a16="http://schemas.microsoft.com/office/drawing/2014/main" val="1974833785"/>
                  </a:ext>
                </a:extLst>
              </a:tr>
              <a:tr h="324000">
                <a:tc rowSpan="2">
                  <a:txBody>
                    <a:bodyPr/>
                    <a:lstStyle/>
                    <a:p>
                      <a:r>
                        <a:rPr lang="en-AU" sz="1600" b="1">
                          <a:solidFill>
                            <a:schemeClr val="tx1"/>
                          </a:solidFill>
                          <a:latin typeface="+mn-lt"/>
                        </a:rPr>
                        <a:t>Post Biosecurity</a:t>
                      </a:r>
                    </a:p>
                  </a:txBody>
                  <a:tcPr marL="90416" marR="90416" marT="45208" marB="45208" anchor="ctr">
                    <a:lnB w="12700" cap="flat" cmpd="sng" algn="ctr">
                      <a:solidFill>
                        <a:schemeClr val="tx1"/>
                      </a:solidFill>
                      <a:prstDash val="solid"/>
                      <a:round/>
                      <a:headEnd type="none" w="med" len="med"/>
                      <a:tailEnd type="none" w="med" len="med"/>
                    </a:lnB>
                    <a:solidFill>
                      <a:srgbClr val="FFEDEB"/>
                    </a:solidFill>
                  </a:tcPr>
                </a:tc>
                <a:tc>
                  <a:txBody>
                    <a:bodyPr/>
                    <a:lstStyle/>
                    <a:p>
                      <a:r>
                        <a:rPr lang="en-AU" sz="1400" b="0">
                          <a:solidFill>
                            <a:schemeClr val="tx1"/>
                          </a:solidFill>
                          <a:latin typeface="+mn-lt"/>
                        </a:rPr>
                        <a:t>Alive</a:t>
                      </a:r>
                    </a:p>
                  </a:txBody>
                  <a:tcPr marL="83479" marR="83479" marT="41740" marB="41740" anchor="ctr">
                    <a:solidFill>
                      <a:srgbClr val="FFEDEB"/>
                    </a:solidFill>
                  </a:tcPr>
                </a:tc>
                <a:tc>
                  <a:txBody>
                    <a:bodyPr/>
                    <a:lstStyle/>
                    <a:p>
                      <a:pPr algn="r"/>
                      <a:r>
                        <a:rPr lang="en-AU" sz="1400">
                          <a:solidFill>
                            <a:schemeClr val="tx1"/>
                          </a:solidFill>
                          <a:latin typeface="+mn-lt"/>
                        </a:rPr>
                        <a:t>8</a:t>
                      </a:r>
                    </a:p>
                  </a:txBody>
                  <a:tcPr marL="83479" marR="83479" marT="41740" marB="41740" anchor="ctr">
                    <a:solidFill>
                      <a:srgbClr val="FFEDEB"/>
                    </a:solidFill>
                  </a:tcPr>
                </a:tc>
                <a:tc>
                  <a:txBody>
                    <a:bodyPr/>
                    <a:lstStyle/>
                    <a:p>
                      <a:pPr marL="0" algn="r" defTabSz="914400" rtl="0" eaLnBrk="1" latinLnBrk="0" hangingPunct="1">
                        <a:spcBef>
                          <a:spcPts val="600"/>
                        </a:spcBef>
                      </a:pPr>
                      <a:r>
                        <a:rPr lang="en-AU" sz="1400" kern="1200">
                          <a:solidFill>
                            <a:schemeClr val="tx1"/>
                          </a:solidFill>
                          <a:latin typeface="+mn-lt"/>
                          <a:ea typeface="+mn-ea"/>
                          <a:cs typeface="+mn-cs"/>
                        </a:rPr>
                        <a:t>37</a:t>
                      </a:r>
                    </a:p>
                  </a:txBody>
                  <a:tcPr marL="62610" marR="62610" marT="0" marB="0" anchor="ctr">
                    <a:solidFill>
                      <a:srgbClr val="FFEDEB"/>
                    </a:solidFill>
                  </a:tcPr>
                </a:tc>
                <a:extLst>
                  <a:ext uri="{0D108BD9-81ED-4DB2-BD59-A6C34878D82A}">
                    <a16:rowId xmlns:a16="http://schemas.microsoft.com/office/drawing/2014/main" val="750547510"/>
                  </a:ext>
                </a:extLst>
              </a:tr>
              <a:tr h="324000">
                <a:tc vMerge="1">
                  <a:txBody>
                    <a:bodyPr/>
                    <a:lstStyle/>
                    <a:p>
                      <a:endParaRPr lang="en-AU"/>
                    </a:p>
                  </a:txBody>
                  <a:tcPr/>
                </a:tc>
                <a:tc>
                  <a:txBody>
                    <a:bodyPr/>
                    <a:lstStyle/>
                    <a:p>
                      <a:r>
                        <a:rPr lang="en-AU" sz="1400" b="0">
                          <a:solidFill>
                            <a:schemeClr val="tx1"/>
                          </a:solidFill>
                          <a:latin typeface="+mn-lt"/>
                        </a:rPr>
                        <a:t>Dead</a:t>
                      </a:r>
                    </a:p>
                  </a:txBody>
                  <a:tcPr marL="83479" marR="83479" marT="41740" marB="41740" anchor="ctr">
                    <a:lnB w="12700" cap="flat" cmpd="sng" algn="ctr">
                      <a:solidFill>
                        <a:schemeClr val="tx1"/>
                      </a:solidFill>
                      <a:prstDash val="solid"/>
                      <a:round/>
                      <a:headEnd type="none" w="med" len="med"/>
                      <a:tailEnd type="none" w="med" len="med"/>
                    </a:lnB>
                    <a:solidFill>
                      <a:srgbClr val="FFEDEB"/>
                    </a:solidFill>
                  </a:tcPr>
                </a:tc>
                <a:tc>
                  <a:txBody>
                    <a:bodyPr/>
                    <a:lstStyle/>
                    <a:p>
                      <a:pPr algn="r"/>
                      <a:r>
                        <a:rPr lang="en-AU" sz="1400">
                          <a:solidFill>
                            <a:schemeClr val="tx1"/>
                          </a:solidFill>
                          <a:latin typeface="+mn-lt"/>
                        </a:rPr>
                        <a:t>7</a:t>
                      </a:r>
                    </a:p>
                  </a:txBody>
                  <a:tcPr marL="83479" marR="83479" marT="41740" marB="41740" anchor="ctr">
                    <a:lnB w="12700" cap="flat" cmpd="sng" algn="ctr">
                      <a:solidFill>
                        <a:schemeClr val="tx1"/>
                      </a:solidFill>
                      <a:prstDash val="solid"/>
                      <a:round/>
                      <a:headEnd type="none" w="med" len="med"/>
                      <a:tailEnd type="none" w="med" len="med"/>
                    </a:lnB>
                    <a:solidFill>
                      <a:srgbClr val="FFEDEB"/>
                    </a:solidFill>
                  </a:tcPr>
                </a:tc>
                <a:tc>
                  <a:txBody>
                    <a:bodyPr/>
                    <a:lstStyle/>
                    <a:p>
                      <a:pPr marL="0" algn="r" defTabSz="914400" rtl="0" eaLnBrk="1" latinLnBrk="0" hangingPunct="1">
                        <a:spcBef>
                          <a:spcPts val="600"/>
                        </a:spcBef>
                      </a:pPr>
                      <a:r>
                        <a:rPr lang="en-AU" sz="1400" kern="1200">
                          <a:solidFill>
                            <a:schemeClr val="tx1"/>
                          </a:solidFill>
                          <a:latin typeface="+mn-lt"/>
                          <a:ea typeface="+mn-ea"/>
                          <a:cs typeface="+mn-cs"/>
                        </a:rPr>
                        <a:t>6</a:t>
                      </a:r>
                    </a:p>
                  </a:txBody>
                  <a:tcPr marL="62610" marR="62610" marT="0" marB="0" anchor="ctr">
                    <a:lnB w="12700" cap="flat" cmpd="sng" algn="ctr">
                      <a:solidFill>
                        <a:schemeClr val="tx1"/>
                      </a:solidFill>
                      <a:prstDash val="solid"/>
                      <a:round/>
                      <a:headEnd type="none" w="med" len="med"/>
                      <a:tailEnd type="none" w="med" len="med"/>
                    </a:lnB>
                    <a:solidFill>
                      <a:srgbClr val="FFEDEB"/>
                    </a:solidFill>
                  </a:tcPr>
                </a:tc>
                <a:extLst>
                  <a:ext uri="{0D108BD9-81ED-4DB2-BD59-A6C34878D82A}">
                    <a16:rowId xmlns:a16="http://schemas.microsoft.com/office/drawing/2014/main" val="944107791"/>
                  </a:ext>
                </a:extLst>
              </a:tr>
              <a:tr h="360000">
                <a:tc gridSpan="2">
                  <a:txBody>
                    <a:bodyPr/>
                    <a:lstStyle/>
                    <a:p>
                      <a:r>
                        <a:rPr lang="en-AU" sz="1600" b="1">
                          <a:solidFill>
                            <a:schemeClr val="tx1"/>
                          </a:solidFill>
                          <a:latin typeface="+mn-lt"/>
                        </a:rPr>
                        <a:t>Total</a:t>
                      </a:r>
                    </a:p>
                  </a:txBody>
                  <a:tcPr marL="90416" marR="90416" marT="45208" marB="45208" anchor="ctr">
                    <a:lnT w="12700" cap="flat" cmpd="sng" algn="ctr">
                      <a:solidFill>
                        <a:schemeClr val="tx1"/>
                      </a:solidFill>
                      <a:prstDash val="solid"/>
                      <a:round/>
                      <a:headEnd type="none" w="med" len="med"/>
                      <a:tailEnd type="none" w="med" len="med"/>
                    </a:lnT>
                  </a:tcPr>
                </a:tc>
                <a:tc hMerge="1">
                  <a:txBody>
                    <a:bodyPr/>
                    <a:lstStyle/>
                    <a:p>
                      <a:endParaRPr lang="en-AU" b="1">
                        <a:solidFill>
                          <a:schemeClr val="tx2"/>
                        </a:solidFill>
                      </a:endParaRPr>
                    </a:p>
                  </a:txBody>
                  <a:tcPr>
                    <a:lnT w="12700" cap="flat" cmpd="sng" algn="ctr">
                      <a:solidFill>
                        <a:schemeClr val="tx2"/>
                      </a:solidFill>
                      <a:prstDash val="solid"/>
                      <a:round/>
                      <a:headEnd type="none" w="med" len="med"/>
                      <a:tailEnd type="none" w="med" len="med"/>
                    </a:lnT>
                  </a:tcPr>
                </a:tc>
                <a:tc>
                  <a:txBody>
                    <a:bodyPr/>
                    <a:lstStyle/>
                    <a:p>
                      <a:pPr algn="r"/>
                      <a:r>
                        <a:rPr lang="en-AU" sz="1500" b="1">
                          <a:solidFill>
                            <a:schemeClr val="tx1"/>
                          </a:solidFill>
                          <a:latin typeface="+mn-lt"/>
                        </a:rPr>
                        <a:t>187</a:t>
                      </a:r>
                    </a:p>
                  </a:txBody>
                  <a:tcPr marL="83479" marR="83479" marT="41740" marB="41740" anchor="ctr">
                    <a:lnT w="12700" cap="flat" cmpd="sng" algn="ctr">
                      <a:solidFill>
                        <a:schemeClr val="tx1"/>
                      </a:solidFill>
                      <a:prstDash val="solid"/>
                      <a:round/>
                      <a:headEnd type="none" w="med" len="med"/>
                      <a:tailEnd type="none" w="med" len="med"/>
                    </a:lnT>
                  </a:tcPr>
                </a:tc>
                <a:tc>
                  <a:txBody>
                    <a:bodyPr/>
                    <a:lstStyle/>
                    <a:p>
                      <a:pPr algn="r"/>
                      <a:r>
                        <a:rPr lang="en-AU" sz="1500" b="1" dirty="0">
                          <a:solidFill>
                            <a:schemeClr val="tx1"/>
                          </a:solidFill>
                          <a:latin typeface="+mn-lt"/>
                        </a:rPr>
                        <a:t>219</a:t>
                      </a:r>
                    </a:p>
                  </a:txBody>
                  <a:tcPr marL="83479" marR="83479" marT="41740" marB="4174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79271683"/>
                  </a:ext>
                </a:extLst>
              </a:tr>
            </a:tbl>
          </a:graphicData>
        </a:graphic>
      </p:graphicFrame>
      <p:grpSp>
        <p:nvGrpSpPr>
          <p:cNvPr id="35" name="Group 34">
            <a:extLst>
              <a:ext uri="{FF2B5EF4-FFF2-40B4-BE49-F238E27FC236}">
                <a16:creationId xmlns:a16="http://schemas.microsoft.com/office/drawing/2014/main" id="{A14910EA-BCB4-1359-2B8D-8B670A6975D1}"/>
              </a:ext>
              <a:ext uri="{C183D7F6-B498-43B3-948B-1728B52AA6E4}">
                <adec:decorative xmlns:adec="http://schemas.microsoft.com/office/drawing/2017/decorative" val="1"/>
              </a:ext>
            </a:extLst>
          </p:cNvPr>
          <p:cNvGrpSpPr/>
          <p:nvPr/>
        </p:nvGrpSpPr>
        <p:grpSpPr>
          <a:xfrm>
            <a:off x="692853" y="4711430"/>
            <a:ext cx="2575999" cy="738664"/>
            <a:chOff x="12351453" y="3277777"/>
            <a:chExt cx="2575999" cy="738664"/>
          </a:xfrm>
        </p:grpSpPr>
        <p:grpSp>
          <p:nvGrpSpPr>
            <p:cNvPr id="36" name="Group 35">
              <a:extLst>
                <a:ext uri="{FF2B5EF4-FFF2-40B4-BE49-F238E27FC236}">
                  <a16:creationId xmlns:a16="http://schemas.microsoft.com/office/drawing/2014/main" id="{63CCCEC6-7E01-3C8D-A9B5-8633BE5ECB4D}"/>
                </a:ext>
              </a:extLst>
            </p:cNvPr>
            <p:cNvGrpSpPr/>
            <p:nvPr/>
          </p:nvGrpSpPr>
          <p:grpSpPr>
            <a:xfrm>
              <a:off x="12351453" y="3367608"/>
              <a:ext cx="566212" cy="583956"/>
              <a:chOff x="12351453" y="3193399"/>
              <a:chExt cx="566212" cy="583956"/>
            </a:xfrm>
          </p:grpSpPr>
          <p:sp>
            <p:nvSpPr>
              <p:cNvPr id="38" name="Rectangle: Diagonal Corners Rounded 37">
                <a:extLst>
                  <a:ext uri="{FF2B5EF4-FFF2-40B4-BE49-F238E27FC236}">
                    <a16:creationId xmlns:a16="http://schemas.microsoft.com/office/drawing/2014/main" id="{6ACF9564-0EE3-D1AC-9F23-E431C09749B4}"/>
                  </a:ext>
                </a:extLst>
              </p:cNvPr>
              <p:cNvSpPr/>
              <p:nvPr/>
            </p:nvSpPr>
            <p:spPr>
              <a:xfrm>
                <a:off x="12351453" y="3193399"/>
                <a:ext cx="566212" cy="583956"/>
              </a:xfrm>
              <a:prstGeom prst="round2DiagRect">
                <a:avLst>
                  <a:gd name="adj1" fmla="val 32009"/>
                  <a:gd name="adj2" fmla="val 0"/>
                </a:avLst>
              </a:prstGeom>
              <a:solidFill>
                <a:srgbClr val="FF8674"/>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AU">
                  <a:solidFill>
                    <a:schemeClr val="tx1"/>
                  </a:solidFill>
                </a:endParaRPr>
              </a:p>
            </p:txBody>
          </p:sp>
          <p:pic>
            <p:nvPicPr>
              <p:cNvPr id="39" name="Graphic 38">
                <a:extLst>
                  <a:ext uri="{FF2B5EF4-FFF2-40B4-BE49-F238E27FC236}">
                    <a16:creationId xmlns:a16="http://schemas.microsoft.com/office/drawing/2014/main" id="{12FEFA96-666C-F79E-5482-B2927003C5C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405971" y="3245888"/>
                <a:ext cx="457175" cy="468604"/>
              </a:xfrm>
              <a:prstGeom prst="rect">
                <a:avLst/>
              </a:prstGeom>
            </p:spPr>
          </p:pic>
        </p:grpSp>
        <p:sp>
          <p:nvSpPr>
            <p:cNvPr id="37" name="TextBox 36">
              <a:extLst>
                <a:ext uri="{FF2B5EF4-FFF2-40B4-BE49-F238E27FC236}">
                  <a16:creationId xmlns:a16="http://schemas.microsoft.com/office/drawing/2014/main" id="{3F2B37A6-CA86-25E1-8A3F-9C6FD2E1F2A2}"/>
                </a:ext>
              </a:extLst>
            </p:cNvPr>
            <p:cNvSpPr txBox="1"/>
            <p:nvPr/>
          </p:nvSpPr>
          <p:spPr>
            <a:xfrm>
              <a:off x="13016917" y="3277777"/>
              <a:ext cx="1910535" cy="738664"/>
            </a:xfrm>
            <a:prstGeom prst="rect">
              <a:avLst/>
            </a:prstGeom>
            <a:noFill/>
          </p:spPr>
          <p:txBody>
            <a:bodyPr wrap="square">
              <a:spAutoFit/>
            </a:bodyPr>
            <a:lstStyle/>
            <a:p>
              <a:pPr marL="0" marR="0" lvl="2" indent="0" defTabSz="1459947" rtl="0" eaLnBrk="1" fontAlgn="auto" latinLnBrk="0" hangingPunct="1">
                <a:lnSpc>
                  <a:spcPct val="100000"/>
                </a:lnSpc>
                <a:spcBef>
                  <a:spcPts val="0"/>
                </a:spcBef>
                <a:spcAft>
                  <a:spcPts val="0"/>
                </a:spcAft>
                <a:buClrTx/>
                <a:buSzTx/>
                <a:buFont typeface="+mj-lt"/>
                <a:buNone/>
                <a:tabLst/>
                <a:defRPr/>
              </a:pPr>
              <a:r>
                <a:rPr lang="en-AU" sz="1400" b="1"/>
                <a:t>46</a:t>
              </a:r>
              <a:r>
                <a:rPr kumimoji="0" lang="en-AU" sz="1400" b="0" i="0" u="none" strike="noStrike" kern="1200" cap="none" spc="0" normalizeH="0" baseline="0" noProof="0">
                  <a:ln>
                    <a:noFill/>
                  </a:ln>
                  <a:effectLst/>
                  <a:uLnTx/>
                  <a:uFillTx/>
                  <a:ea typeface="+mn-ea"/>
                  <a:cs typeface="+mn-cs"/>
                </a:rPr>
                <a:t> AIMS entries </a:t>
              </a:r>
            </a:p>
            <a:p>
              <a:pPr marL="0" marR="0" lvl="2" indent="0" defTabSz="1459947" rtl="0" eaLnBrk="1" fontAlgn="auto" latinLnBrk="0" hangingPunct="1">
                <a:lnSpc>
                  <a:spcPct val="100000"/>
                </a:lnSpc>
                <a:spcBef>
                  <a:spcPts val="0"/>
                </a:spcBef>
                <a:spcAft>
                  <a:spcPts val="0"/>
                </a:spcAft>
                <a:buClrTx/>
                <a:buSzTx/>
                <a:buFont typeface="+mj-lt"/>
                <a:buNone/>
                <a:tabLst/>
                <a:defRPr/>
              </a:pPr>
              <a:r>
                <a:rPr kumimoji="0" lang="en-AU" sz="1400" b="0" i="0" u="none" strike="noStrike" kern="1200" cap="none" spc="0" normalizeH="0" baseline="0" noProof="0">
                  <a:ln>
                    <a:noFill/>
                  </a:ln>
                  <a:effectLst/>
                  <a:uLnTx/>
                  <a:uFillTx/>
                  <a:ea typeface="+mn-ea"/>
                  <a:cs typeface="+mn-cs"/>
                </a:rPr>
                <a:t>with BMSB </a:t>
              </a:r>
            </a:p>
            <a:p>
              <a:pPr marL="0" marR="0" lvl="2" indent="0" defTabSz="1459947" rtl="0" eaLnBrk="1" fontAlgn="auto" latinLnBrk="0" hangingPunct="1">
                <a:lnSpc>
                  <a:spcPct val="100000"/>
                </a:lnSpc>
                <a:spcBef>
                  <a:spcPts val="0"/>
                </a:spcBef>
                <a:spcAft>
                  <a:spcPts val="0"/>
                </a:spcAft>
                <a:buClrTx/>
                <a:buSzTx/>
                <a:buFont typeface="+mj-lt"/>
                <a:buNone/>
                <a:tabLst/>
                <a:defRPr/>
              </a:pPr>
              <a:r>
                <a:rPr kumimoji="0" lang="en-AU" sz="1400" b="0" i="0" u="none" strike="noStrike" kern="1200" cap="none" spc="0" normalizeH="0" baseline="0" noProof="0">
                  <a:ln>
                    <a:noFill/>
                  </a:ln>
                  <a:effectLst/>
                  <a:uLnTx/>
                  <a:uFillTx/>
                  <a:ea typeface="+mn-ea"/>
                  <a:cs typeface="+mn-cs"/>
                </a:rPr>
                <a:t>detections.</a:t>
              </a:r>
            </a:p>
          </p:txBody>
        </p:sp>
      </p:grpSp>
      <p:grpSp>
        <p:nvGrpSpPr>
          <p:cNvPr id="45" name="Group 44">
            <a:extLst>
              <a:ext uri="{FF2B5EF4-FFF2-40B4-BE49-F238E27FC236}">
                <a16:creationId xmlns:a16="http://schemas.microsoft.com/office/drawing/2014/main" id="{6A9CB280-47A3-27C1-BACD-B790547D68A6}"/>
              </a:ext>
              <a:ext uri="{C183D7F6-B498-43B3-948B-1728B52AA6E4}">
                <adec:decorative xmlns:adec="http://schemas.microsoft.com/office/drawing/2017/decorative" val="1"/>
              </a:ext>
            </a:extLst>
          </p:cNvPr>
          <p:cNvGrpSpPr/>
          <p:nvPr/>
        </p:nvGrpSpPr>
        <p:grpSpPr>
          <a:xfrm>
            <a:off x="692853" y="5570600"/>
            <a:ext cx="2575999" cy="738664"/>
            <a:chOff x="12351453" y="5415555"/>
            <a:chExt cx="2575999" cy="738664"/>
          </a:xfrm>
        </p:grpSpPr>
        <p:grpSp>
          <p:nvGrpSpPr>
            <p:cNvPr id="46" name="Group 45">
              <a:extLst>
                <a:ext uri="{FF2B5EF4-FFF2-40B4-BE49-F238E27FC236}">
                  <a16:creationId xmlns:a16="http://schemas.microsoft.com/office/drawing/2014/main" id="{02FC83D0-4745-B375-B877-05AD9E45047E}"/>
                </a:ext>
              </a:extLst>
            </p:cNvPr>
            <p:cNvGrpSpPr/>
            <p:nvPr/>
          </p:nvGrpSpPr>
          <p:grpSpPr>
            <a:xfrm>
              <a:off x="12351453" y="5514933"/>
              <a:ext cx="566212" cy="583956"/>
              <a:chOff x="12351453" y="5514933"/>
              <a:chExt cx="566212" cy="583956"/>
            </a:xfrm>
          </p:grpSpPr>
          <p:sp>
            <p:nvSpPr>
              <p:cNvPr id="48" name="Rectangle: Diagonal Corners Rounded 47">
                <a:extLst>
                  <a:ext uri="{FF2B5EF4-FFF2-40B4-BE49-F238E27FC236}">
                    <a16:creationId xmlns:a16="http://schemas.microsoft.com/office/drawing/2014/main" id="{21E82486-B01D-6D9D-0783-6467D3189B2A}"/>
                  </a:ext>
                </a:extLst>
              </p:cNvPr>
              <p:cNvSpPr/>
              <p:nvPr/>
            </p:nvSpPr>
            <p:spPr>
              <a:xfrm>
                <a:off x="12351453" y="5514933"/>
                <a:ext cx="566212" cy="583956"/>
              </a:xfrm>
              <a:prstGeom prst="round2DiagRect">
                <a:avLst>
                  <a:gd name="adj1" fmla="val 32009"/>
                  <a:gd name="adj2" fmla="val 0"/>
                </a:avLst>
              </a:prstGeom>
              <a:solidFill>
                <a:srgbClr val="C9C198"/>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AU">
                  <a:solidFill>
                    <a:schemeClr val="tx1"/>
                  </a:solidFill>
                </a:endParaRPr>
              </a:p>
            </p:txBody>
          </p:sp>
          <p:pic>
            <p:nvPicPr>
              <p:cNvPr id="49" name="Graphic 48">
                <a:extLst>
                  <a:ext uri="{FF2B5EF4-FFF2-40B4-BE49-F238E27FC236}">
                    <a16:creationId xmlns:a16="http://schemas.microsoft.com/office/drawing/2014/main" id="{8C045072-7EE5-C314-775A-9B06EABD96B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410886" y="5590484"/>
                <a:ext cx="441516" cy="422965"/>
              </a:xfrm>
              <a:prstGeom prst="rect">
                <a:avLst/>
              </a:prstGeom>
            </p:spPr>
          </p:pic>
        </p:grpSp>
        <p:sp>
          <p:nvSpPr>
            <p:cNvPr id="47" name="TextBox 46">
              <a:extLst>
                <a:ext uri="{FF2B5EF4-FFF2-40B4-BE49-F238E27FC236}">
                  <a16:creationId xmlns:a16="http://schemas.microsoft.com/office/drawing/2014/main" id="{94B87E8B-52F2-9AB6-987C-D088F113E66F}"/>
                </a:ext>
              </a:extLst>
            </p:cNvPr>
            <p:cNvSpPr txBox="1"/>
            <p:nvPr/>
          </p:nvSpPr>
          <p:spPr>
            <a:xfrm>
              <a:off x="13016917" y="5415555"/>
              <a:ext cx="1910535" cy="738664"/>
            </a:xfrm>
            <a:prstGeom prst="rect">
              <a:avLst/>
            </a:prstGeom>
            <a:noFill/>
          </p:spPr>
          <p:txBody>
            <a:bodyPr wrap="square">
              <a:spAutoFit/>
            </a:bodyPr>
            <a:lstStyle/>
            <a:p>
              <a:pPr marL="0" lvl="2" indent="0">
                <a:lnSpc>
                  <a:spcPct val="100000"/>
                </a:lnSpc>
                <a:buFont typeface="+mj-lt"/>
                <a:buNone/>
              </a:pPr>
              <a:r>
                <a:rPr lang="en-AU" sz="1400" b="1"/>
                <a:t>88,690</a:t>
              </a:r>
              <a:r>
                <a:rPr lang="en-AU" sz="1400"/>
                <a:t> Total entries referred into AIMs</a:t>
              </a:r>
            </a:p>
            <a:p>
              <a:pPr marL="0" lvl="2" indent="0">
                <a:lnSpc>
                  <a:spcPct val="100000"/>
                </a:lnSpc>
                <a:buFont typeface="+mj-lt"/>
                <a:buNone/>
              </a:pPr>
              <a:r>
                <a:rPr lang="en-AU" sz="1400"/>
                <a:t>for BMSB. </a:t>
              </a:r>
            </a:p>
          </p:txBody>
        </p:sp>
      </p:grpSp>
      <p:grpSp>
        <p:nvGrpSpPr>
          <p:cNvPr id="50" name="Group 49">
            <a:extLst>
              <a:ext uri="{FF2B5EF4-FFF2-40B4-BE49-F238E27FC236}">
                <a16:creationId xmlns:a16="http://schemas.microsoft.com/office/drawing/2014/main" id="{4F483710-0308-206A-C6A0-CBD23A6BE739}"/>
              </a:ext>
              <a:ext uri="{C183D7F6-B498-43B3-948B-1728B52AA6E4}">
                <adec:decorative xmlns:adec="http://schemas.microsoft.com/office/drawing/2017/decorative" val="1"/>
              </a:ext>
            </a:extLst>
          </p:cNvPr>
          <p:cNvGrpSpPr/>
          <p:nvPr/>
        </p:nvGrpSpPr>
        <p:grpSpPr>
          <a:xfrm>
            <a:off x="3580192" y="4718720"/>
            <a:ext cx="2563298" cy="738664"/>
            <a:chOff x="12351453" y="7589789"/>
            <a:chExt cx="2563298" cy="738664"/>
          </a:xfrm>
        </p:grpSpPr>
        <p:grpSp>
          <p:nvGrpSpPr>
            <p:cNvPr id="51" name="Group 50">
              <a:extLst>
                <a:ext uri="{FF2B5EF4-FFF2-40B4-BE49-F238E27FC236}">
                  <a16:creationId xmlns:a16="http://schemas.microsoft.com/office/drawing/2014/main" id="{96616429-A0CB-ECD2-982D-CCEC914CF83F}"/>
                </a:ext>
              </a:extLst>
            </p:cNvPr>
            <p:cNvGrpSpPr/>
            <p:nvPr/>
          </p:nvGrpSpPr>
          <p:grpSpPr>
            <a:xfrm>
              <a:off x="12351453" y="7651303"/>
              <a:ext cx="566212" cy="583956"/>
              <a:chOff x="12351453" y="7403850"/>
              <a:chExt cx="566212" cy="583956"/>
            </a:xfrm>
          </p:grpSpPr>
          <p:sp>
            <p:nvSpPr>
              <p:cNvPr id="53" name="Rectangle: Diagonal Corners Rounded 52">
                <a:extLst>
                  <a:ext uri="{FF2B5EF4-FFF2-40B4-BE49-F238E27FC236}">
                    <a16:creationId xmlns:a16="http://schemas.microsoft.com/office/drawing/2014/main" id="{5F4F05F7-13D0-CC0C-B248-90FF85049F2F}"/>
                  </a:ext>
                </a:extLst>
              </p:cNvPr>
              <p:cNvSpPr/>
              <p:nvPr/>
            </p:nvSpPr>
            <p:spPr>
              <a:xfrm>
                <a:off x="12351453" y="7403850"/>
                <a:ext cx="566212" cy="583956"/>
              </a:xfrm>
              <a:prstGeom prst="round2DiagRect">
                <a:avLst>
                  <a:gd name="adj1" fmla="val 32009"/>
                  <a:gd name="adj2" fmla="val 0"/>
                </a:avLst>
              </a:prstGeom>
              <a:solidFill>
                <a:srgbClr val="978A7C"/>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AU">
                  <a:solidFill>
                    <a:schemeClr val="tx1"/>
                  </a:solidFill>
                </a:endParaRPr>
              </a:p>
            </p:txBody>
          </p:sp>
          <p:pic>
            <p:nvPicPr>
              <p:cNvPr id="54" name="Graphic 53">
                <a:extLst>
                  <a:ext uri="{FF2B5EF4-FFF2-40B4-BE49-F238E27FC236}">
                    <a16:creationId xmlns:a16="http://schemas.microsoft.com/office/drawing/2014/main" id="{8B421449-484F-1BF6-5F97-0D768A304F5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435287" y="7500036"/>
                <a:ext cx="416757" cy="386666"/>
              </a:xfrm>
              <a:prstGeom prst="rect">
                <a:avLst/>
              </a:prstGeom>
            </p:spPr>
          </p:pic>
        </p:grpSp>
        <p:sp>
          <p:nvSpPr>
            <p:cNvPr id="52" name="TextBox 51">
              <a:extLst>
                <a:ext uri="{FF2B5EF4-FFF2-40B4-BE49-F238E27FC236}">
                  <a16:creationId xmlns:a16="http://schemas.microsoft.com/office/drawing/2014/main" id="{90DD3252-55DD-FFF3-DE75-5B6D6AB8255A}"/>
                </a:ext>
              </a:extLst>
            </p:cNvPr>
            <p:cNvSpPr txBox="1"/>
            <p:nvPr/>
          </p:nvSpPr>
          <p:spPr>
            <a:xfrm>
              <a:off x="13004216" y="7589789"/>
              <a:ext cx="1910535" cy="738664"/>
            </a:xfrm>
            <a:prstGeom prst="rect">
              <a:avLst/>
            </a:prstGeom>
            <a:noFill/>
          </p:spPr>
          <p:txBody>
            <a:bodyPr wrap="square">
              <a:spAutoFit/>
            </a:bodyPr>
            <a:lstStyle/>
            <a:p>
              <a:pPr marL="0" lvl="2" indent="0">
                <a:lnSpc>
                  <a:spcPct val="100000"/>
                </a:lnSpc>
                <a:buFont typeface="+mj-lt"/>
                <a:buNone/>
              </a:pPr>
              <a:r>
                <a:rPr lang="en-AU" sz="1400" b="1"/>
                <a:t>5,340</a:t>
              </a:r>
              <a:r>
                <a:rPr lang="en-AU" sz="1400"/>
                <a:t> BMSB entries lodged through AEPCOMM.</a:t>
              </a:r>
            </a:p>
          </p:txBody>
        </p:sp>
      </p:grpSp>
      <p:grpSp>
        <p:nvGrpSpPr>
          <p:cNvPr id="55" name="Group 54">
            <a:extLst>
              <a:ext uri="{FF2B5EF4-FFF2-40B4-BE49-F238E27FC236}">
                <a16:creationId xmlns:a16="http://schemas.microsoft.com/office/drawing/2014/main" id="{E2CBFC19-3C23-C594-9D28-CF44C1730F9C}"/>
              </a:ext>
              <a:ext uri="{C183D7F6-B498-43B3-948B-1728B52AA6E4}">
                <adec:decorative xmlns:adec="http://schemas.microsoft.com/office/drawing/2017/decorative" val="1"/>
              </a:ext>
            </a:extLst>
          </p:cNvPr>
          <p:cNvGrpSpPr/>
          <p:nvPr/>
        </p:nvGrpSpPr>
        <p:grpSpPr>
          <a:xfrm>
            <a:off x="3580192" y="5587679"/>
            <a:ext cx="2667609" cy="738664"/>
            <a:chOff x="11516907" y="6496541"/>
            <a:chExt cx="2667609" cy="738664"/>
          </a:xfrm>
        </p:grpSpPr>
        <p:grpSp>
          <p:nvGrpSpPr>
            <p:cNvPr id="56" name="Group 55">
              <a:extLst>
                <a:ext uri="{FF2B5EF4-FFF2-40B4-BE49-F238E27FC236}">
                  <a16:creationId xmlns:a16="http://schemas.microsoft.com/office/drawing/2014/main" id="{11607023-DC5E-5DD9-4520-76FC94B0ECCA}"/>
                </a:ext>
              </a:extLst>
            </p:cNvPr>
            <p:cNvGrpSpPr/>
            <p:nvPr/>
          </p:nvGrpSpPr>
          <p:grpSpPr>
            <a:xfrm>
              <a:off x="11516907" y="6577451"/>
              <a:ext cx="566212" cy="583956"/>
              <a:chOff x="11516907" y="6350776"/>
              <a:chExt cx="566212" cy="583956"/>
            </a:xfrm>
          </p:grpSpPr>
          <p:sp>
            <p:nvSpPr>
              <p:cNvPr id="58" name="Rectangle: Diagonal Corners Rounded 57">
                <a:extLst>
                  <a:ext uri="{FF2B5EF4-FFF2-40B4-BE49-F238E27FC236}">
                    <a16:creationId xmlns:a16="http://schemas.microsoft.com/office/drawing/2014/main" id="{1129C43A-AC4C-4F35-00E7-A2CB0720E3F2}"/>
                  </a:ext>
                </a:extLst>
              </p:cNvPr>
              <p:cNvSpPr/>
              <p:nvPr/>
            </p:nvSpPr>
            <p:spPr>
              <a:xfrm>
                <a:off x="11516907" y="6350776"/>
                <a:ext cx="566212" cy="583956"/>
              </a:xfrm>
              <a:prstGeom prst="round2DiagRect">
                <a:avLst>
                  <a:gd name="adj1" fmla="val 32009"/>
                  <a:gd name="adj2" fmla="val 0"/>
                </a:avLst>
              </a:prstGeom>
              <a:solidFill>
                <a:srgbClr val="7C878D"/>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AU">
                  <a:solidFill>
                    <a:schemeClr val="tx1"/>
                  </a:solidFill>
                </a:endParaRPr>
              </a:p>
            </p:txBody>
          </p:sp>
          <p:pic>
            <p:nvPicPr>
              <p:cNvPr id="59" name="Graphic 58">
                <a:extLst>
                  <a:ext uri="{FF2B5EF4-FFF2-40B4-BE49-F238E27FC236}">
                    <a16:creationId xmlns:a16="http://schemas.microsoft.com/office/drawing/2014/main" id="{BA62E30F-18BE-8D00-C7F7-08B5ABB093B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579799" y="6434694"/>
                <a:ext cx="426714" cy="429898"/>
              </a:xfrm>
              <a:prstGeom prst="rect">
                <a:avLst/>
              </a:prstGeom>
            </p:spPr>
          </p:pic>
        </p:grpSp>
        <p:sp>
          <p:nvSpPr>
            <p:cNvPr id="57" name="TextBox 56">
              <a:extLst>
                <a:ext uri="{FF2B5EF4-FFF2-40B4-BE49-F238E27FC236}">
                  <a16:creationId xmlns:a16="http://schemas.microsoft.com/office/drawing/2014/main" id="{16CEFF3E-C498-F517-3BBC-E94A2FB671FB}"/>
                </a:ext>
              </a:extLst>
            </p:cNvPr>
            <p:cNvSpPr txBox="1"/>
            <p:nvPr/>
          </p:nvSpPr>
          <p:spPr>
            <a:xfrm>
              <a:off x="12169670" y="6496541"/>
              <a:ext cx="2014846" cy="738664"/>
            </a:xfrm>
            <a:prstGeom prst="rect">
              <a:avLst/>
            </a:prstGeom>
            <a:noFill/>
          </p:spPr>
          <p:txBody>
            <a:bodyPr wrap="square">
              <a:spAutoFit/>
            </a:bodyPr>
            <a:lstStyle/>
            <a:p>
              <a:pPr marL="0" lvl="2" indent="0" defTabSz="900000">
                <a:lnSpc>
                  <a:spcPct val="100000"/>
                </a:lnSpc>
                <a:buFont typeface="+mj-lt"/>
                <a:buNone/>
              </a:pPr>
              <a:r>
                <a:rPr lang="en-AU" sz="1400" b="1"/>
                <a:t>2,859</a:t>
              </a:r>
              <a:r>
                <a:rPr lang="en-AU" sz="1400"/>
                <a:t> consignments with a BMSB profile directed </a:t>
              </a:r>
              <a:br>
                <a:rPr lang="en-AU" sz="1400"/>
              </a:br>
              <a:r>
                <a:rPr lang="en-AU" sz="1400"/>
                <a:t>for inspection.</a:t>
              </a:r>
            </a:p>
          </p:txBody>
        </p:sp>
      </p:grpSp>
      <p:grpSp>
        <p:nvGrpSpPr>
          <p:cNvPr id="113" name="Group 112">
            <a:extLst>
              <a:ext uri="{FF2B5EF4-FFF2-40B4-BE49-F238E27FC236}">
                <a16:creationId xmlns:a16="http://schemas.microsoft.com/office/drawing/2014/main" id="{64496DCC-9746-8B34-81DC-F96548B2790E}"/>
              </a:ext>
              <a:ext uri="{C183D7F6-B498-43B3-948B-1728B52AA6E4}">
                <adec:decorative xmlns:adec="http://schemas.microsoft.com/office/drawing/2017/decorative" val="1"/>
              </a:ext>
            </a:extLst>
          </p:cNvPr>
          <p:cNvGrpSpPr/>
          <p:nvPr/>
        </p:nvGrpSpPr>
        <p:grpSpPr>
          <a:xfrm>
            <a:off x="9376482" y="4703551"/>
            <a:ext cx="2261636" cy="738664"/>
            <a:chOff x="11922880" y="4354098"/>
            <a:chExt cx="2261636" cy="738664"/>
          </a:xfrm>
        </p:grpSpPr>
        <p:grpSp>
          <p:nvGrpSpPr>
            <p:cNvPr id="114" name="Group 113">
              <a:extLst>
                <a:ext uri="{FF2B5EF4-FFF2-40B4-BE49-F238E27FC236}">
                  <a16:creationId xmlns:a16="http://schemas.microsoft.com/office/drawing/2014/main" id="{E8967CF0-0E7D-7666-4B9F-F106DE5EF696}"/>
                </a:ext>
              </a:extLst>
            </p:cNvPr>
            <p:cNvGrpSpPr/>
            <p:nvPr/>
          </p:nvGrpSpPr>
          <p:grpSpPr>
            <a:xfrm>
              <a:off x="11922880" y="4431452"/>
              <a:ext cx="566212" cy="583956"/>
              <a:chOff x="11922880" y="4246766"/>
              <a:chExt cx="566212" cy="583956"/>
            </a:xfrm>
          </p:grpSpPr>
          <p:sp>
            <p:nvSpPr>
              <p:cNvPr id="116" name="Rectangle: Diagonal Corners Rounded 115">
                <a:extLst>
                  <a:ext uri="{FF2B5EF4-FFF2-40B4-BE49-F238E27FC236}">
                    <a16:creationId xmlns:a16="http://schemas.microsoft.com/office/drawing/2014/main" id="{0B2F791A-F116-ECD7-6E7A-3FF34BC4DC6D}"/>
                  </a:ext>
                </a:extLst>
              </p:cNvPr>
              <p:cNvSpPr/>
              <p:nvPr/>
            </p:nvSpPr>
            <p:spPr>
              <a:xfrm>
                <a:off x="11922880" y="4246766"/>
                <a:ext cx="566212" cy="583956"/>
              </a:xfrm>
              <a:prstGeom prst="round2DiagRect">
                <a:avLst>
                  <a:gd name="adj1" fmla="val 32009"/>
                  <a:gd name="adj2" fmla="val 0"/>
                </a:avLst>
              </a:prstGeom>
              <a:solidFill>
                <a:srgbClr val="00748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AU">
                  <a:solidFill>
                    <a:schemeClr val="tx1"/>
                  </a:solidFill>
                </a:endParaRPr>
              </a:p>
            </p:txBody>
          </p:sp>
          <p:pic>
            <p:nvPicPr>
              <p:cNvPr id="117" name="Graphic 116">
                <a:extLst>
                  <a:ext uri="{FF2B5EF4-FFF2-40B4-BE49-F238E27FC236}">
                    <a16:creationId xmlns:a16="http://schemas.microsoft.com/office/drawing/2014/main" id="{D37DDCC0-E294-A94E-ADF5-BB8160F3AD0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985772" y="4306548"/>
                <a:ext cx="440428" cy="421923"/>
              </a:xfrm>
              <a:prstGeom prst="rect">
                <a:avLst/>
              </a:prstGeom>
            </p:spPr>
          </p:pic>
        </p:grpSp>
        <p:sp>
          <p:nvSpPr>
            <p:cNvPr id="115" name="TextBox 114">
              <a:extLst>
                <a:ext uri="{FF2B5EF4-FFF2-40B4-BE49-F238E27FC236}">
                  <a16:creationId xmlns:a16="http://schemas.microsoft.com/office/drawing/2014/main" id="{8EEE86D3-D440-CBE0-1FE7-AFF442156AA3}"/>
                </a:ext>
              </a:extLst>
            </p:cNvPr>
            <p:cNvSpPr txBox="1"/>
            <p:nvPr/>
          </p:nvSpPr>
          <p:spPr>
            <a:xfrm>
              <a:off x="12557227" y="4354098"/>
              <a:ext cx="1627289" cy="738664"/>
            </a:xfrm>
            <a:prstGeom prst="rect">
              <a:avLst/>
            </a:prstGeom>
            <a:noFill/>
          </p:spPr>
          <p:txBody>
            <a:bodyPr wrap="square">
              <a:spAutoFit/>
            </a:bodyPr>
            <a:lstStyle/>
            <a:p>
              <a:pPr marL="0" lvl="2" indent="0" defTabSz="900000">
                <a:lnSpc>
                  <a:spcPct val="100000"/>
                </a:lnSpc>
                <a:buFont typeface="+mj-lt"/>
                <a:buNone/>
              </a:pPr>
              <a:r>
                <a:rPr lang="en-AU" sz="1400" b="1"/>
                <a:t>313</a:t>
              </a:r>
              <a:r>
                <a:rPr lang="en-AU" sz="1400"/>
                <a:t> SPIs performed </a:t>
              </a:r>
              <a:br>
                <a:rPr lang="en-AU" sz="1400"/>
              </a:br>
              <a:r>
                <a:rPr lang="en-AU" sz="1400"/>
                <a:t>on Roll-On Roll-Off </a:t>
              </a:r>
              <a:br>
                <a:rPr lang="en-AU" sz="1400"/>
              </a:br>
              <a:r>
                <a:rPr lang="en-AU" sz="1400"/>
                <a:t>vessels.</a:t>
              </a:r>
            </a:p>
          </p:txBody>
        </p:sp>
      </p:grpSp>
      <p:grpSp>
        <p:nvGrpSpPr>
          <p:cNvPr id="118" name="Group 117">
            <a:extLst>
              <a:ext uri="{FF2B5EF4-FFF2-40B4-BE49-F238E27FC236}">
                <a16:creationId xmlns:a16="http://schemas.microsoft.com/office/drawing/2014/main" id="{051BC29E-546D-F5EC-E044-790590CFB66C}"/>
              </a:ext>
              <a:ext uri="{C183D7F6-B498-43B3-948B-1728B52AA6E4}">
                <adec:decorative xmlns:adec="http://schemas.microsoft.com/office/drawing/2017/decorative" val="1"/>
              </a:ext>
            </a:extLst>
          </p:cNvPr>
          <p:cNvGrpSpPr/>
          <p:nvPr/>
        </p:nvGrpSpPr>
        <p:grpSpPr>
          <a:xfrm>
            <a:off x="9376482" y="5590809"/>
            <a:ext cx="2648712" cy="738664"/>
            <a:chOff x="6438344" y="5452800"/>
            <a:chExt cx="2648712" cy="738664"/>
          </a:xfrm>
        </p:grpSpPr>
        <p:sp>
          <p:nvSpPr>
            <p:cNvPr id="119" name="TextBox 118">
              <a:extLst>
                <a:ext uri="{FF2B5EF4-FFF2-40B4-BE49-F238E27FC236}">
                  <a16:creationId xmlns:a16="http://schemas.microsoft.com/office/drawing/2014/main" id="{68F26DB3-DFCE-E8C7-AA2C-738B7AF02320}"/>
                </a:ext>
              </a:extLst>
            </p:cNvPr>
            <p:cNvSpPr txBox="1"/>
            <p:nvPr/>
          </p:nvSpPr>
          <p:spPr>
            <a:xfrm>
              <a:off x="7072210" y="5452800"/>
              <a:ext cx="2014846" cy="738664"/>
            </a:xfrm>
            <a:prstGeom prst="rect">
              <a:avLst/>
            </a:prstGeom>
            <a:noFill/>
          </p:spPr>
          <p:txBody>
            <a:bodyPr wrap="square">
              <a:spAutoFit/>
            </a:bodyPr>
            <a:lstStyle/>
            <a:p>
              <a:pPr marL="0" lvl="2" indent="0" defTabSz="900000">
                <a:lnSpc>
                  <a:spcPct val="100000"/>
                </a:lnSpc>
                <a:buFont typeface="+mj-lt"/>
                <a:buNone/>
              </a:pPr>
              <a:r>
                <a:rPr lang="en-AU" sz="1400" b="1"/>
                <a:t>104</a:t>
              </a:r>
              <a:r>
                <a:rPr lang="en-AU" sz="1400"/>
                <a:t> Consignments directed for export for arriving non-compliant.</a:t>
              </a:r>
            </a:p>
          </p:txBody>
        </p:sp>
        <p:grpSp>
          <p:nvGrpSpPr>
            <p:cNvPr id="120" name="Group 119">
              <a:extLst>
                <a:ext uri="{FF2B5EF4-FFF2-40B4-BE49-F238E27FC236}">
                  <a16:creationId xmlns:a16="http://schemas.microsoft.com/office/drawing/2014/main" id="{54CCDE24-5490-6A9C-8F61-66E5E0FA34F9}"/>
                </a:ext>
              </a:extLst>
            </p:cNvPr>
            <p:cNvGrpSpPr/>
            <p:nvPr/>
          </p:nvGrpSpPr>
          <p:grpSpPr>
            <a:xfrm>
              <a:off x="6438344" y="5543516"/>
              <a:ext cx="566212" cy="583956"/>
              <a:chOff x="6438344" y="5543516"/>
              <a:chExt cx="566212" cy="583956"/>
            </a:xfrm>
          </p:grpSpPr>
          <p:sp>
            <p:nvSpPr>
              <p:cNvPr id="121" name="Rectangle: Diagonal Corners Rounded 120">
                <a:extLst>
                  <a:ext uri="{FF2B5EF4-FFF2-40B4-BE49-F238E27FC236}">
                    <a16:creationId xmlns:a16="http://schemas.microsoft.com/office/drawing/2014/main" id="{DE2A332C-1292-BDE8-8499-7AFD7965AA84}"/>
                  </a:ext>
                </a:extLst>
              </p:cNvPr>
              <p:cNvSpPr/>
              <p:nvPr/>
            </p:nvSpPr>
            <p:spPr>
              <a:xfrm>
                <a:off x="6438344" y="5543516"/>
                <a:ext cx="566212" cy="583956"/>
              </a:xfrm>
              <a:prstGeom prst="round2DiagRect">
                <a:avLst>
                  <a:gd name="adj1" fmla="val 32009"/>
                  <a:gd name="adj2" fmla="val 0"/>
                </a:avLst>
              </a:prstGeom>
              <a:solidFill>
                <a:srgbClr val="56293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AU">
                  <a:solidFill>
                    <a:schemeClr val="tx1"/>
                  </a:solidFill>
                </a:endParaRPr>
              </a:p>
            </p:txBody>
          </p:sp>
          <p:grpSp>
            <p:nvGrpSpPr>
              <p:cNvPr id="122" name="Graphic 17">
                <a:extLst>
                  <a:ext uri="{FF2B5EF4-FFF2-40B4-BE49-F238E27FC236}">
                    <a16:creationId xmlns:a16="http://schemas.microsoft.com/office/drawing/2014/main" id="{4B907AF4-5474-C838-754D-12AD1A724A24}"/>
                  </a:ext>
                </a:extLst>
              </p:cNvPr>
              <p:cNvGrpSpPr/>
              <p:nvPr/>
            </p:nvGrpSpPr>
            <p:grpSpPr>
              <a:xfrm>
                <a:off x="6512926" y="5625903"/>
                <a:ext cx="416116" cy="416116"/>
                <a:chOff x="5748858" y="987985"/>
                <a:chExt cx="694285" cy="694285"/>
              </a:xfrm>
              <a:noFill/>
            </p:grpSpPr>
            <p:sp>
              <p:nvSpPr>
                <p:cNvPr id="123" name="Freeform: Shape 122">
                  <a:extLst>
                    <a:ext uri="{FF2B5EF4-FFF2-40B4-BE49-F238E27FC236}">
                      <a16:creationId xmlns:a16="http://schemas.microsoft.com/office/drawing/2014/main" id="{FB0CC6E5-CC32-CEB5-B657-7A61E08F97FF}"/>
                    </a:ext>
                  </a:extLst>
                </p:cNvPr>
                <p:cNvSpPr/>
                <p:nvPr/>
              </p:nvSpPr>
              <p:spPr>
                <a:xfrm>
                  <a:off x="5748858" y="987985"/>
                  <a:ext cx="694285" cy="694285"/>
                </a:xfrm>
                <a:custGeom>
                  <a:avLst/>
                  <a:gdLst>
                    <a:gd name="connsiteX0" fmla="*/ 694286 w 694285"/>
                    <a:gd name="connsiteY0" fmla="*/ 347143 h 694285"/>
                    <a:gd name="connsiteX1" fmla="*/ 347143 w 694285"/>
                    <a:gd name="connsiteY1" fmla="*/ 694286 h 694285"/>
                    <a:gd name="connsiteX2" fmla="*/ 0 w 694285"/>
                    <a:gd name="connsiteY2" fmla="*/ 347143 h 694285"/>
                    <a:gd name="connsiteX3" fmla="*/ 347143 w 694285"/>
                    <a:gd name="connsiteY3" fmla="*/ 0 h 694285"/>
                    <a:gd name="connsiteX4" fmla="*/ 694286 w 694285"/>
                    <a:gd name="connsiteY4" fmla="*/ 347143 h 6942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4285" h="694285">
                      <a:moveTo>
                        <a:pt x="694286" y="347143"/>
                      </a:moveTo>
                      <a:cubicBezTo>
                        <a:pt x="694286" y="538865"/>
                        <a:pt x="538865" y="694286"/>
                        <a:pt x="347143" y="694286"/>
                      </a:cubicBezTo>
                      <a:cubicBezTo>
                        <a:pt x="155421" y="694286"/>
                        <a:pt x="0" y="538865"/>
                        <a:pt x="0" y="347143"/>
                      </a:cubicBezTo>
                      <a:cubicBezTo>
                        <a:pt x="0" y="155421"/>
                        <a:pt x="155421" y="0"/>
                        <a:pt x="347143" y="0"/>
                      </a:cubicBezTo>
                      <a:cubicBezTo>
                        <a:pt x="538865" y="0"/>
                        <a:pt x="694286" y="155421"/>
                        <a:pt x="694286" y="347143"/>
                      </a:cubicBezTo>
                      <a:close/>
                    </a:path>
                  </a:pathLst>
                </a:custGeom>
                <a:noFill/>
                <a:ln w="19050" cap="rnd">
                  <a:solidFill>
                    <a:schemeClr val="bg1"/>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p>
              </p:txBody>
            </p:sp>
            <p:sp>
              <p:nvSpPr>
                <p:cNvPr id="124" name="Freeform: Shape 123">
                  <a:extLst>
                    <a:ext uri="{FF2B5EF4-FFF2-40B4-BE49-F238E27FC236}">
                      <a16:creationId xmlns:a16="http://schemas.microsoft.com/office/drawing/2014/main" id="{1EBEF5D8-40BC-3751-B438-689393BDAFCD}"/>
                    </a:ext>
                  </a:extLst>
                </p:cNvPr>
                <p:cNvSpPr/>
                <p:nvPr/>
              </p:nvSpPr>
              <p:spPr>
                <a:xfrm>
                  <a:off x="5849452" y="1089119"/>
                  <a:ext cx="490937" cy="490911"/>
                </a:xfrm>
                <a:custGeom>
                  <a:avLst/>
                  <a:gdLst>
                    <a:gd name="connsiteX0" fmla="*/ 490937 w 490937"/>
                    <a:gd name="connsiteY0" fmla="*/ 0 h 490911"/>
                    <a:gd name="connsiteX1" fmla="*/ 0 w 490937"/>
                    <a:gd name="connsiteY1" fmla="*/ 490911 h 490911"/>
                  </a:gdLst>
                  <a:ahLst/>
                  <a:cxnLst>
                    <a:cxn ang="0">
                      <a:pos x="connsiteX0" y="connsiteY0"/>
                    </a:cxn>
                    <a:cxn ang="0">
                      <a:pos x="connsiteX1" y="connsiteY1"/>
                    </a:cxn>
                  </a:cxnLst>
                  <a:rect l="l" t="t" r="r" b="b"/>
                  <a:pathLst>
                    <a:path w="490937" h="490911">
                      <a:moveTo>
                        <a:pt x="490937" y="0"/>
                      </a:moveTo>
                      <a:lnTo>
                        <a:pt x="0" y="490911"/>
                      </a:lnTo>
                    </a:path>
                  </a:pathLst>
                </a:custGeom>
                <a:ln w="19050" cap="rnd">
                  <a:solidFill>
                    <a:schemeClr val="bg1"/>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p>
              </p:txBody>
            </p:sp>
            <p:sp>
              <p:nvSpPr>
                <p:cNvPr id="125" name="Freeform: Shape 124">
                  <a:extLst>
                    <a:ext uri="{FF2B5EF4-FFF2-40B4-BE49-F238E27FC236}">
                      <a16:creationId xmlns:a16="http://schemas.microsoft.com/office/drawing/2014/main" id="{F1938FAB-0011-E133-C91A-D05BD067BE46}"/>
                    </a:ext>
                  </a:extLst>
                </p:cNvPr>
                <p:cNvSpPr/>
                <p:nvPr/>
              </p:nvSpPr>
              <p:spPr>
                <a:xfrm>
                  <a:off x="6043492" y="1167445"/>
                  <a:ext cx="102857" cy="51437"/>
                </a:xfrm>
                <a:custGeom>
                  <a:avLst/>
                  <a:gdLst>
                    <a:gd name="connsiteX0" fmla="*/ 51429 w 102857"/>
                    <a:gd name="connsiteY0" fmla="*/ 51429 h 51437"/>
                    <a:gd name="connsiteX1" fmla="*/ 102857 w 102857"/>
                    <a:gd name="connsiteY1" fmla="*/ 38571 h 51437"/>
                    <a:gd name="connsiteX2" fmla="*/ 51429 w 102857"/>
                    <a:gd name="connsiteY2" fmla="*/ 0 h 51437"/>
                    <a:gd name="connsiteX3" fmla="*/ 0 w 102857"/>
                    <a:gd name="connsiteY3" fmla="*/ 38571 h 51437"/>
                    <a:gd name="connsiteX4" fmla="*/ 51429 w 102857"/>
                    <a:gd name="connsiteY4" fmla="*/ 51429 h 514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57" h="51437">
                      <a:moveTo>
                        <a:pt x="51429" y="51429"/>
                      </a:moveTo>
                      <a:cubicBezTo>
                        <a:pt x="69395" y="51668"/>
                        <a:pt x="87117" y="47238"/>
                        <a:pt x="102857" y="38571"/>
                      </a:cubicBezTo>
                      <a:cubicBezTo>
                        <a:pt x="102857" y="38571"/>
                        <a:pt x="95349" y="0"/>
                        <a:pt x="51429" y="0"/>
                      </a:cubicBezTo>
                      <a:cubicBezTo>
                        <a:pt x="7509" y="0"/>
                        <a:pt x="0" y="38571"/>
                        <a:pt x="0" y="38571"/>
                      </a:cubicBezTo>
                      <a:cubicBezTo>
                        <a:pt x="15740" y="47238"/>
                        <a:pt x="33462" y="51668"/>
                        <a:pt x="51429" y="51429"/>
                      </a:cubicBezTo>
                      <a:close/>
                    </a:path>
                  </a:pathLst>
                </a:custGeom>
                <a:noFill/>
                <a:ln w="19050" cap="rnd">
                  <a:solidFill>
                    <a:schemeClr val="bg1"/>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p>
              </p:txBody>
            </p:sp>
            <p:sp>
              <p:nvSpPr>
                <p:cNvPr id="126" name="Freeform: Shape 125">
                  <a:extLst>
                    <a:ext uri="{FF2B5EF4-FFF2-40B4-BE49-F238E27FC236}">
                      <a16:creationId xmlns:a16="http://schemas.microsoft.com/office/drawing/2014/main" id="{55835AE6-7811-A2C6-8B05-8D5C4425C079}"/>
                    </a:ext>
                  </a:extLst>
                </p:cNvPr>
                <p:cNvSpPr/>
                <p:nvPr/>
              </p:nvSpPr>
              <p:spPr>
                <a:xfrm>
                  <a:off x="5953492" y="1206016"/>
                  <a:ext cx="282857" cy="347142"/>
                </a:xfrm>
                <a:custGeom>
                  <a:avLst/>
                  <a:gdLst>
                    <a:gd name="connsiteX0" fmla="*/ 192857 w 282857"/>
                    <a:gd name="connsiteY0" fmla="*/ 0 h 347142"/>
                    <a:gd name="connsiteX1" fmla="*/ 282857 w 282857"/>
                    <a:gd name="connsiteY1" fmla="*/ 167143 h 347142"/>
                    <a:gd name="connsiteX2" fmla="*/ 141429 w 282857"/>
                    <a:gd name="connsiteY2" fmla="*/ 347143 h 347142"/>
                    <a:gd name="connsiteX3" fmla="*/ 0 w 282857"/>
                    <a:gd name="connsiteY3" fmla="*/ 167143 h 347142"/>
                    <a:gd name="connsiteX4" fmla="*/ 90000 w 282857"/>
                    <a:gd name="connsiteY4" fmla="*/ 0 h 3471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857" h="347142">
                      <a:moveTo>
                        <a:pt x="192857" y="0"/>
                      </a:moveTo>
                      <a:cubicBezTo>
                        <a:pt x="192857" y="0"/>
                        <a:pt x="282857" y="22500"/>
                        <a:pt x="282857" y="167143"/>
                      </a:cubicBezTo>
                      <a:cubicBezTo>
                        <a:pt x="282857" y="303223"/>
                        <a:pt x="184294" y="347143"/>
                        <a:pt x="141429" y="347143"/>
                      </a:cubicBezTo>
                      <a:cubicBezTo>
                        <a:pt x="98563" y="347143"/>
                        <a:pt x="0" y="303223"/>
                        <a:pt x="0" y="167143"/>
                      </a:cubicBezTo>
                      <a:cubicBezTo>
                        <a:pt x="0" y="22500"/>
                        <a:pt x="90000" y="0"/>
                        <a:pt x="90000" y="0"/>
                      </a:cubicBezTo>
                    </a:path>
                  </a:pathLst>
                </a:custGeom>
                <a:noFill/>
                <a:ln w="19050" cap="rnd">
                  <a:solidFill>
                    <a:schemeClr val="bg1"/>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p>
              </p:txBody>
            </p:sp>
            <p:sp>
              <p:nvSpPr>
                <p:cNvPr id="127" name="Freeform: Shape 126">
                  <a:extLst>
                    <a:ext uri="{FF2B5EF4-FFF2-40B4-BE49-F238E27FC236}">
                      <a16:creationId xmlns:a16="http://schemas.microsoft.com/office/drawing/2014/main" id="{06BC1B1C-61C2-5BB9-9572-A1BB6D2D7BF0}"/>
                    </a:ext>
                  </a:extLst>
                </p:cNvPr>
                <p:cNvSpPr/>
                <p:nvPr/>
              </p:nvSpPr>
              <p:spPr>
                <a:xfrm>
                  <a:off x="6123078" y="1103133"/>
                  <a:ext cx="48985" cy="71280"/>
                </a:xfrm>
                <a:custGeom>
                  <a:avLst/>
                  <a:gdLst>
                    <a:gd name="connsiteX0" fmla="*/ 0 w 48985"/>
                    <a:gd name="connsiteY0" fmla="*/ 71280 h 71280"/>
                    <a:gd name="connsiteX1" fmla="*/ 10414 w 48985"/>
                    <a:gd name="connsiteY1" fmla="*/ 25714 h 71280"/>
                    <a:gd name="connsiteX2" fmla="*/ 48986 w 48985"/>
                    <a:gd name="connsiteY2" fmla="*/ 0 h 71280"/>
                  </a:gdLst>
                  <a:ahLst/>
                  <a:cxnLst>
                    <a:cxn ang="0">
                      <a:pos x="connsiteX0" y="connsiteY0"/>
                    </a:cxn>
                    <a:cxn ang="0">
                      <a:pos x="connsiteX1" y="connsiteY1"/>
                    </a:cxn>
                    <a:cxn ang="0">
                      <a:pos x="connsiteX2" y="connsiteY2"/>
                    </a:cxn>
                  </a:cxnLst>
                  <a:rect l="l" t="t" r="r" b="b"/>
                  <a:pathLst>
                    <a:path w="48985" h="71280">
                      <a:moveTo>
                        <a:pt x="0" y="71280"/>
                      </a:moveTo>
                      <a:lnTo>
                        <a:pt x="10414" y="25714"/>
                      </a:lnTo>
                      <a:lnTo>
                        <a:pt x="48986" y="0"/>
                      </a:lnTo>
                    </a:path>
                  </a:pathLst>
                </a:custGeom>
                <a:noFill/>
                <a:ln w="19050" cap="rnd">
                  <a:solidFill>
                    <a:schemeClr val="bg1"/>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p>
              </p:txBody>
            </p:sp>
            <p:sp>
              <p:nvSpPr>
                <p:cNvPr id="128" name="Freeform: Shape 127">
                  <a:extLst>
                    <a:ext uri="{FF2B5EF4-FFF2-40B4-BE49-F238E27FC236}">
                      <a16:creationId xmlns:a16="http://schemas.microsoft.com/office/drawing/2014/main" id="{DCED237F-FE6D-EE02-24ED-142E2B002B7A}"/>
                    </a:ext>
                  </a:extLst>
                </p:cNvPr>
                <p:cNvSpPr/>
                <p:nvPr/>
              </p:nvSpPr>
              <p:spPr>
                <a:xfrm>
                  <a:off x="6017778" y="1103133"/>
                  <a:ext cx="48985" cy="71280"/>
                </a:xfrm>
                <a:custGeom>
                  <a:avLst/>
                  <a:gdLst>
                    <a:gd name="connsiteX0" fmla="*/ 48986 w 48985"/>
                    <a:gd name="connsiteY0" fmla="*/ 71280 h 71280"/>
                    <a:gd name="connsiteX1" fmla="*/ 38571 w 48985"/>
                    <a:gd name="connsiteY1" fmla="*/ 25714 h 71280"/>
                    <a:gd name="connsiteX2" fmla="*/ 0 w 48985"/>
                    <a:gd name="connsiteY2" fmla="*/ 0 h 71280"/>
                  </a:gdLst>
                  <a:ahLst/>
                  <a:cxnLst>
                    <a:cxn ang="0">
                      <a:pos x="connsiteX0" y="connsiteY0"/>
                    </a:cxn>
                    <a:cxn ang="0">
                      <a:pos x="connsiteX1" y="connsiteY1"/>
                    </a:cxn>
                    <a:cxn ang="0">
                      <a:pos x="connsiteX2" y="connsiteY2"/>
                    </a:cxn>
                  </a:cxnLst>
                  <a:rect l="l" t="t" r="r" b="b"/>
                  <a:pathLst>
                    <a:path w="48985" h="71280">
                      <a:moveTo>
                        <a:pt x="48986" y="71280"/>
                      </a:moveTo>
                      <a:lnTo>
                        <a:pt x="38571" y="25714"/>
                      </a:lnTo>
                      <a:lnTo>
                        <a:pt x="0" y="0"/>
                      </a:lnTo>
                    </a:path>
                  </a:pathLst>
                </a:custGeom>
                <a:noFill/>
                <a:ln w="19050" cap="rnd">
                  <a:solidFill>
                    <a:schemeClr val="bg1"/>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p>
              </p:txBody>
            </p:sp>
            <p:sp>
              <p:nvSpPr>
                <p:cNvPr id="129" name="Freeform: Shape 128">
                  <a:extLst>
                    <a:ext uri="{FF2B5EF4-FFF2-40B4-BE49-F238E27FC236}">
                      <a16:creationId xmlns:a16="http://schemas.microsoft.com/office/drawing/2014/main" id="{5F2499DF-1C88-07F2-32F6-27D9ECD41D05}"/>
                    </a:ext>
                  </a:extLst>
                </p:cNvPr>
                <p:cNvSpPr/>
                <p:nvPr/>
              </p:nvSpPr>
              <p:spPr>
                <a:xfrm>
                  <a:off x="6172115" y="1128847"/>
                  <a:ext cx="64234" cy="90000"/>
                </a:xfrm>
                <a:custGeom>
                  <a:avLst/>
                  <a:gdLst>
                    <a:gd name="connsiteX0" fmla="*/ 0 w 64234"/>
                    <a:gd name="connsiteY0" fmla="*/ 90000 h 90000"/>
                    <a:gd name="connsiteX1" fmla="*/ 25663 w 64234"/>
                    <a:gd name="connsiteY1" fmla="*/ 25714 h 90000"/>
                    <a:gd name="connsiteX2" fmla="*/ 64234 w 64234"/>
                    <a:gd name="connsiteY2" fmla="*/ 0 h 90000"/>
                  </a:gdLst>
                  <a:ahLst/>
                  <a:cxnLst>
                    <a:cxn ang="0">
                      <a:pos x="connsiteX0" y="connsiteY0"/>
                    </a:cxn>
                    <a:cxn ang="0">
                      <a:pos x="connsiteX1" y="connsiteY1"/>
                    </a:cxn>
                    <a:cxn ang="0">
                      <a:pos x="connsiteX2" y="connsiteY2"/>
                    </a:cxn>
                  </a:cxnLst>
                  <a:rect l="l" t="t" r="r" b="b"/>
                  <a:pathLst>
                    <a:path w="64234" h="90000">
                      <a:moveTo>
                        <a:pt x="0" y="90000"/>
                      </a:moveTo>
                      <a:lnTo>
                        <a:pt x="25663" y="25714"/>
                      </a:lnTo>
                      <a:lnTo>
                        <a:pt x="64234" y="0"/>
                      </a:lnTo>
                    </a:path>
                  </a:pathLst>
                </a:custGeom>
                <a:noFill/>
                <a:ln w="19050" cap="rnd">
                  <a:solidFill>
                    <a:schemeClr val="bg1"/>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p>
              </p:txBody>
            </p:sp>
            <p:sp>
              <p:nvSpPr>
                <p:cNvPr id="130" name="Freeform: Shape 129">
                  <a:extLst>
                    <a:ext uri="{FF2B5EF4-FFF2-40B4-BE49-F238E27FC236}">
                      <a16:creationId xmlns:a16="http://schemas.microsoft.com/office/drawing/2014/main" id="{4A85764A-DACB-B942-64D5-A4628B16B66E}"/>
                    </a:ext>
                  </a:extLst>
                </p:cNvPr>
                <p:cNvSpPr/>
                <p:nvPr/>
              </p:nvSpPr>
              <p:spPr>
                <a:xfrm>
                  <a:off x="5953492" y="1128847"/>
                  <a:ext cx="64234" cy="90000"/>
                </a:xfrm>
                <a:custGeom>
                  <a:avLst/>
                  <a:gdLst>
                    <a:gd name="connsiteX0" fmla="*/ 64234 w 64234"/>
                    <a:gd name="connsiteY0" fmla="*/ 90000 h 90000"/>
                    <a:gd name="connsiteX1" fmla="*/ 38571 w 64234"/>
                    <a:gd name="connsiteY1" fmla="*/ 25714 h 90000"/>
                    <a:gd name="connsiteX2" fmla="*/ 0 w 64234"/>
                    <a:gd name="connsiteY2" fmla="*/ 0 h 90000"/>
                  </a:gdLst>
                  <a:ahLst/>
                  <a:cxnLst>
                    <a:cxn ang="0">
                      <a:pos x="connsiteX0" y="connsiteY0"/>
                    </a:cxn>
                    <a:cxn ang="0">
                      <a:pos x="connsiteX1" y="connsiteY1"/>
                    </a:cxn>
                    <a:cxn ang="0">
                      <a:pos x="connsiteX2" y="connsiteY2"/>
                    </a:cxn>
                  </a:cxnLst>
                  <a:rect l="l" t="t" r="r" b="b"/>
                  <a:pathLst>
                    <a:path w="64234" h="90000">
                      <a:moveTo>
                        <a:pt x="64234" y="90000"/>
                      </a:moveTo>
                      <a:lnTo>
                        <a:pt x="38571" y="25714"/>
                      </a:lnTo>
                      <a:lnTo>
                        <a:pt x="0" y="0"/>
                      </a:lnTo>
                    </a:path>
                  </a:pathLst>
                </a:custGeom>
                <a:noFill/>
                <a:ln w="19050" cap="rnd">
                  <a:solidFill>
                    <a:schemeClr val="bg1"/>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p>
              </p:txBody>
            </p:sp>
            <p:sp>
              <p:nvSpPr>
                <p:cNvPr id="131" name="Freeform: Shape 130">
                  <a:extLst>
                    <a:ext uri="{FF2B5EF4-FFF2-40B4-BE49-F238E27FC236}">
                      <a16:creationId xmlns:a16="http://schemas.microsoft.com/office/drawing/2014/main" id="{6130E45D-96B1-23FE-4D7A-2D1F2EC1034A}"/>
                    </a:ext>
                  </a:extLst>
                </p:cNvPr>
                <p:cNvSpPr/>
                <p:nvPr/>
              </p:nvSpPr>
              <p:spPr>
                <a:xfrm>
                  <a:off x="6221178" y="1283133"/>
                  <a:ext cx="130885" cy="128571"/>
                </a:xfrm>
                <a:custGeom>
                  <a:avLst/>
                  <a:gdLst>
                    <a:gd name="connsiteX0" fmla="*/ 0 w 130885"/>
                    <a:gd name="connsiteY0" fmla="*/ 0 h 128571"/>
                    <a:gd name="connsiteX1" fmla="*/ 40886 w 130885"/>
                    <a:gd name="connsiteY1" fmla="*/ 0 h 128571"/>
                    <a:gd name="connsiteX2" fmla="*/ 66600 w 130885"/>
                    <a:gd name="connsiteY2" fmla="*/ 77143 h 128571"/>
                    <a:gd name="connsiteX3" fmla="*/ 130886 w 130885"/>
                    <a:gd name="connsiteY3" fmla="*/ 128571 h 128571"/>
                  </a:gdLst>
                  <a:ahLst/>
                  <a:cxnLst>
                    <a:cxn ang="0">
                      <a:pos x="connsiteX0" y="connsiteY0"/>
                    </a:cxn>
                    <a:cxn ang="0">
                      <a:pos x="connsiteX1" y="connsiteY1"/>
                    </a:cxn>
                    <a:cxn ang="0">
                      <a:pos x="connsiteX2" y="connsiteY2"/>
                    </a:cxn>
                    <a:cxn ang="0">
                      <a:pos x="connsiteX3" y="connsiteY3"/>
                    </a:cxn>
                  </a:cxnLst>
                  <a:rect l="l" t="t" r="r" b="b"/>
                  <a:pathLst>
                    <a:path w="130885" h="128571">
                      <a:moveTo>
                        <a:pt x="0" y="0"/>
                      </a:moveTo>
                      <a:lnTo>
                        <a:pt x="40886" y="0"/>
                      </a:lnTo>
                      <a:lnTo>
                        <a:pt x="66600" y="77143"/>
                      </a:lnTo>
                      <a:lnTo>
                        <a:pt x="130886" y="128571"/>
                      </a:lnTo>
                    </a:path>
                  </a:pathLst>
                </a:custGeom>
                <a:noFill/>
                <a:ln w="19050" cap="rnd">
                  <a:solidFill>
                    <a:schemeClr val="bg1"/>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p>
              </p:txBody>
            </p:sp>
            <p:sp>
              <p:nvSpPr>
                <p:cNvPr id="132" name="Freeform: Shape 131">
                  <a:extLst>
                    <a:ext uri="{FF2B5EF4-FFF2-40B4-BE49-F238E27FC236}">
                      <a16:creationId xmlns:a16="http://schemas.microsoft.com/office/drawing/2014/main" id="{4C3E7B8D-CBB0-F77C-DF95-8D466BA76365}"/>
                    </a:ext>
                  </a:extLst>
                </p:cNvPr>
                <p:cNvSpPr/>
                <p:nvPr/>
              </p:nvSpPr>
              <p:spPr>
                <a:xfrm>
                  <a:off x="5837778" y="1283133"/>
                  <a:ext cx="130885" cy="128571"/>
                </a:xfrm>
                <a:custGeom>
                  <a:avLst/>
                  <a:gdLst>
                    <a:gd name="connsiteX0" fmla="*/ 130886 w 130885"/>
                    <a:gd name="connsiteY0" fmla="*/ 0 h 128571"/>
                    <a:gd name="connsiteX1" fmla="*/ 90000 w 130885"/>
                    <a:gd name="connsiteY1" fmla="*/ 0 h 128571"/>
                    <a:gd name="connsiteX2" fmla="*/ 64286 w 130885"/>
                    <a:gd name="connsiteY2" fmla="*/ 77143 h 128571"/>
                    <a:gd name="connsiteX3" fmla="*/ 0 w 130885"/>
                    <a:gd name="connsiteY3" fmla="*/ 128571 h 128571"/>
                  </a:gdLst>
                  <a:ahLst/>
                  <a:cxnLst>
                    <a:cxn ang="0">
                      <a:pos x="connsiteX0" y="connsiteY0"/>
                    </a:cxn>
                    <a:cxn ang="0">
                      <a:pos x="connsiteX1" y="connsiteY1"/>
                    </a:cxn>
                    <a:cxn ang="0">
                      <a:pos x="connsiteX2" y="connsiteY2"/>
                    </a:cxn>
                    <a:cxn ang="0">
                      <a:pos x="connsiteX3" y="connsiteY3"/>
                    </a:cxn>
                  </a:cxnLst>
                  <a:rect l="l" t="t" r="r" b="b"/>
                  <a:pathLst>
                    <a:path w="130885" h="128571">
                      <a:moveTo>
                        <a:pt x="130886" y="0"/>
                      </a:moveTo>
                      <a:lnTo>
                        <a:pt x="90000" y="0"/>
                      </a:lnTo>
                      <a:lnTo>
                        <a:pt x="64286" y="77143"/>
                      </a:lnTo>
                      <a:lnTo>
                        <a:pt x="0" y="128571"/>
                      </a:lnTo>
                    </a:path>
                  </a:pathLst>
                </a:custGeom>
                <a:noFill/>
                <a:ln w="19050" cap="rnd">
                  <a:solidFill>
                    <a:schemeClr val="bg1"/>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p>
              </p:txBody>
            </p:sp>
            <p:sp>
              <p:nvSpPr>
                <p:cNvPr id="133" name="Freeform: Shape 132">
                  <a:extLst>
                    <a:ext uri="{FF2B5EF4-FFF2-40B4-BE49-F238E27FC236}">
                      <a16:creationId xmlns:a16="http://schemas.microsoft.com/office/drawing/2014/main" id="{15E4C49A-B510-AEDF-5A13-E9644840F3FF}"/>
                    </a:ext>
                  </a:extLst>
                </p:cNvPr>
                <p:cNvSpPr/>
                <p:nvPr/>
              </p:nvSpPr>
              <p:spPr>
                <a:xfrm>
                  <a:off x="6232878" y="1414559"/>
                  <a:ext cx="67757" cy="125717"/>
                </a:xfrm>
                <a:custGeom>
                  <a:avLst/>
                  <a:gdLst>
                    <a:gd name="connsiteX0" fmla="*/ 0 w 67757"/>
                    <a:gd name="connsiteY0" fmla="*/ 0 h 125717"/>
                    <a:gd name="connsiteX1" fmla="*/ 42043 w 67757"/>
                    <a:gd name="connsiteY1" fmla="*/ 22860 h 125717"/>
                    <a:gd name="connsiteX2" fmla="*/ 42043 w 67757"/>
                    <a:gd name="connsiteY2" fmla="*/ 100003 h 125717"/>
                    <a:gd name="connsiteX3" fmla="*/ 67757 w 67757"/>
                    <a:gd name="connsiteY3" fmla="*/ 125717 h 125717"/>
                  </a:gdLst>
                  <a:ahLst/>
                  <a:cxnLst>
                    <a:cxn ang="0">
                      <a:pos x="connsiteX0" y="connsiteY0"/>
                    </a:cxn>
                    <a:cxn ang="0">
                      <a:pos x="connsiteX1" y="connsiteY1"/>
                    </a:cxn>
                    <a:cxn ang="0">
                      <a:pos x="connsiteX2" y="connsiteY2"/>
                    </a:cxn>
                    <a:cxn ang="0">
                      <a:pos x="connsiteX3" y="connsiteY3"/>
                    </a:cxn>
                  </a:cxnLst>
                  <a:rect l="l" t="t" r="r" b="b"/>
                  <a:pathLst>
                    <a:path w="67757" h="125717">
                      <a:moveTo>
                        <a:pt x="0" y="0"/>
                      </a:moveTo>
                      <a:lnTo>
                        <a:pt x="42043" y="22860"/>
                      </a:lnTo>
                      <a:lnTo>
                        <a:pt x="42043" y="100003"/>
                      </a:lnTo>
                      <a:lnTo>
                        <a:pt x="67757" y="125717"/>
                      </a:lnTo>
                    </a:path>
                  </a:pathLst>
                </a:custGeom>
                <a:noFill/>
                <a:ln w="19050" cap="rnd">
                  <a:solidFill>
                    <a:schemeClr val="bg1"/>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p>
              </p:txBody>
            </p:sp>
            <p:sp>
              <p:nvSpPr>
                <p:cNvPr id="134" name="Freeform: Shape 133">
                  <a:extLst>
                    <a:ext uri="{FF2B5EF4-FFF2-40B4-BE49-F238E27FC236}">
                      <a16:creationId xmlns:a16="http://schemas.microsoft.com/office/drawing/2014/main" id="{9D874244-E37F-D351-FEB0-3B6059D93026}"/>
                    </a:ext>
                  </a:extLst>
                </p:cNvPr>
                <p:cNvSpPr/>
                <p:nvPr/>
              </p:nvSpPr>
              <p:spPr>
                <a:xfrm>
                  <a:off x="5914921" y="1414559"/>
                  <a:ext cx="42042" cy="100002"/>
                </a:xfrm>
                <a:custGeom>
                  <a:avLst/>
                  <a:gdLst>
                    <a:gd name="connsiteX0" fmla="*/ 42043 w 42042"/>
                    <a:gd name="connsiteY0" fmla="*/ 0 h 100002"/>
                    <a:gd name="connsiteX1" fmla="*/ 0 w 42042"/>
                    <a:gd name="connsiteY1" fmla="*/ 22860 h 100002"/>
                    <a:gd name="connsiteX2" fmla="*/ 0 w 42042"/>
                    <a:gd name="connsiteY2" fmla="*/ 100003 h 100002"/>
                  </a:gdLst>
                  <a:ahLst/>
                  <a:cxnLst>
                    <a:cxn ang="0">
                      <a:pos x="connsiteX0" y="connsiteY0"/>
                    </a:cxn>
                    <a:cxn ang="0">
                      <a:pos x="connsiteX1" y="connsiteY1"/>
                    </a:cxn>
                    <a:cxn ang="0">
                      <a:pos x="connsiteX2" y="connsiteY2"/>
                    </a:cxn>
                  </a:cxnLst>
                  <a:rect l="l" t="t" r="r" b="b"/>
                  <a:pathLst>
                    <a:path w="42042" h="100002">
                      <a:moveTo>
                        <a:pt x="42043" y="0"/>
                      </a:moveTo>
                      <a:lnTo>
                        <a:pt x="0" y="22860"/>
                      </a:lnTo>
                      <a:lnTo>
                        <a:pt x="0" y="100003"/>
                      </a:lnTo>
                    </a:path>
                  </a:pathLst>
                </a:custGeom>
                <a:noFill/>
                <a:ln w="19050" cap="rnd">
                  <a:solidFill>
                    <a:schemeClr val="bg1"/>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p>
              </p:txBody>
            </p:sp>
            <p:sp>
              <p:nvSpPr>
                <p:cNvPr id="135" name="Freeform: Shape 134">
                  <a:extLst>
                    <a:ext uri="{FF2B5EF4-FFF2-40B4-BE49-F238E27FC236}">
                      <a16:creationId xmlns:a16="http://schemas.microsoft.com/office/drawing/2014/main" id="{2F73A428-F313-544C-48E7-0FDE6C072314}"/>
                    </a:ext>
                  </a:extLst>
                </p:cNvPr>
                <p:cNvSpPr/>
                <p:nvPr/>
              </p:nvSpPr>
              <p:spPr>
                <a:xfrm>
                  <a:off x="6094921" y="1218873"/>
                  <a:ext cx="2571" cy="64285"/>
                </a:xfrm>
                <a:custGeom>
                  <a:avLst/>
                  <a:gdLst>
                    <a:gd name="connsiteX0" fmla="*/ 0 w 2571"/>
                    <a:gd name="connsiteY0" fmla="*/ 0 h 64285"/>
                    <a:gd name="connsiteX1" fmla="*/ 0 w 2571"/>
                    <a:gd name="connsiteY1" fmla="*/ 64286 h 64285"/>
                  </a:gdLst>
                  <a:ahLst/>
                  <a:cxnLst>
                    <a:cxn ang="0">
                      <a:pos x="connsiteX0" y="connsiteY0"/>
                    </a:cxn>
                    <a:cxn ang="0">
                      <a:pos x="connsiteX1" y="connsiteY1"/>
                    </a:cxn>
                  </a:cxnLst>
                  <a:rect l="l" t="t" r="r" b="b"/>
                  <a:pathLst>
                    <a:path w="2571" h="64285">
                      <a:moveTo>
                        <a:pt x="0" y="0"/>
                      </a:moveTo>
                      <a:lnTo>
                        <a:pt x="0" y="64286"/>
                      </a:lnTo>
                    </a:path>
                  </a:pathLst>
                </a:custGeom>
                <a:ln w="19050" cap="rnd">
                  <a:solidFill>
                    <a:schemeClr val="bg1"/>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p>
              </p:txBody>
            </p:sp>
            <p:sp>
              <p:nvSpPr>
                <p:cNvPr id="136" name="Freeform: Shape 135">
                  <a:extLst>
                    <a:ext uri="{FF2B5EF4-FFF2-40B4-BE49-F238E27FC236}">
                      <a16:creationId xmlns:a16="http://schemas.microsoft.com/office/drawing/2014/main" id="{4990E3A3-2FAA-0744-4D9A-3DF7D2519E50}"/>
                    </a:ext>
                  </a:extLst>
                </p:cNvPr>
                <p:cNvSpPr/>
                <p:nvPr/>
              </p:nvSpPr>
              <p:spPr>
                <a:xfrm>
                  <a:off x="6094921" y="1334588"/>
                  <a:ext cx="2571" cy="218571"/>
                </a:xfrm>
                <a:custGeom>
                  <a:avLst/>
                  <a:gdLst>
                    <a:gd name="connsiteX0" fmla="*/ 0 w 2571"/>
                    <a:gd name="connsiteY0" fmla="*/ 0 h 218571"/>
                    <a:gd name="connsiteX1" fmla="*/ 0 w 2571"/>
                    <a:gd name="connsiteY1" fmla="*/ 218571 h 218571"/>
                  </a:gdLst>
                  <a:ahLst/>
                  <a:cxnLst>
                    <a:cxn ang="0">
                      <a:pos x="connsiteX0" y="connsiteY0"/>
                    </a:cxn>
                    <a:cxn ang="0">
                      <a:pos x="connsiteX1" y="connsiteY1"/>
                    </a:cxn>
                  </a:cxnLst>
                  <a:rect l="l" t="t" r="r" b="b"/>
                  <a:pathLst>
                    <a:path w="2571" h="218571">
                      <a:moveTo>
                        <a:pt x="0" y="0"/>
                      </a:moveTo>
                      <a:lnTo>
                        <a:pt x="0" y="218571"/>
                      </a:lnTo>
                    </a:path>
                  </a:pathLst>
                </a:custGeom>
                <a:ln w="19050" cap="rnd">
                  <a:solidFill>
                    <a:schemeClr val="bg1"/>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p>
              </p:txBody>
            </p:sp>
          </p:grpSp>
        </p:grpSp>
      </p:grpSp>
      <p:grpSp>
        <p:nvGrpSpPr>
          <p:cNvPr id="2" name="Group 1">
            <a:extLst>
              <a:ext uri="{FF2B5EF4-FFF2-40B4-BE49-F238E27FC236}">
                <a16:creationId xmlns:a16="http://schemas.microsoft.com/office/drawing/2014/main" id="{056338B6-5C01-0CC0-5D4F-782648BE438F}"/>
              </a:ext>
              <a:ext uri="{C183D7F6-B498-43B3-948B-1728B52AA6E4}">
                <adec:decorative xmlns:adec="http://schemas.microsoft.com/office/drawing/2017/decorative" val="1"/>
              </a:ext>
            </a:extLst>
          </p:cNvPr>
          <p:cNvGrpSpPr/>
          <p:nvPr/>
        </p:nvGrpSpPr>
        <p:grpSpPr>
          <a:xfrm>
            <a:off x="6438344" y="5587679"/>
            <a:ext cx="2648712" cy="738664"/>
            <a:chOff x="6438344" y="5530529"/>
            <a:chExt cx="2648712" cy="738664"/>
          </a:xfrm>
        </p:grpSpPr>
        <p:grpSp>
          <p:nvGrpSpPr>
            <p:cNvPr id="112" name="Group 111">
              <a:extLst>
                <a:ext uri="{FF2B5EF4-FFF2-40B4-BE49-F238E27FC236}">
                  <a16:creationId xmlns:a16="http://schemas.microsoft.com/office/drawing/2014/main" id="{216D29D9-876F-EBFA-E593-51F557A4BD69}"/>
                </a:ext>
              </a:extLst>
            </p:cNvPr>
            <p:cNvGrpSpPr/>
            <p:nvPr/>
          </p:nvGrpSpPr>
          <p:grpSpPr>
            <a:xfrm>
              <a:off x="6438344" y="5530529"/>
              <a:ext cx="2648712" cy="738664"/>
              <a:chOff x="6438344" y="5452800"/>
              <a:chExt cx="2648712" cy="738664"/>
            </a:xfrm>
          </p:grpSpPr>
          <p:sp>
            <p:nvSpPr>
              <p:cNvPr id="75" name="TextBox 74">
                <a:extLst>
                  <a:ext uri="{FF2B5EF4-FFF2-40B4-BE49-F238E27FC236}">
                    <a16:creationId xmlns:a16="http://schemas.microsoft.com/office/drawing/2014/main" id="{576B1F5B-BE08-17F9-EC93-8AFB57DC7E67}"/>
                  </a:ext>
                </a:extLst>
              </p:cNvPr>
              <p:cNvSpPr txBox="1"/>
              <p:nvPr/>
            </p:nvSpPr>
            <p:spPr>
              <a:xfrm>
                <a:off x="7072210" y="5452800"/>
                <a:ext cx="2014846" cy="738664"/>
              </a:xfrm>
              <a:prstGeom prst="rect">
                <a:avLst/>
              </a:prstGeom>
              <a:noFill/>
            </p:spPr>
            <p:txBody>
              <a:bodyPr wrap="square">
                <a:spAutoFit/>
              </a:bodyPr>
              <a:lstStyle/>
              <a:p>
                <a:pPr marL="0" lvl="2" indent="0" defTabSz="900000">
                  <a:lnSpc>
                    <a:spcPct val="100000"/>
                  </a:lnSpc>
                  <a:buFont typeface="+mj-lt"/>
                  <a:buNone/>
                </a:pPr>
                <a:r>
                  <a:rPr lang="en-AU" sz="1400" b="1"/>
                  <a:t>232</a:t>
                </a:r>
                <a:r>
                  <a:rPr lang="en-AU" sz="1400"/>
                  <a:t> Registered </a:t>
                </a:r>
              </a:p>
              <a:p>
                <a:pPr marL="0" lvl="2" indent="0" defTabSz="900000">
                  <a:lnSpc>
                    <a:spcPct val="100000"/>
                  </a:lnSpc>
                  <a:buFont typeface="+mj-lt"/>
                  <a:buNone/>
                </a:pPr>
                <a:r>
                  <a:rPr lang="en-AU" sz="1400"/>
                  <a:t>AusTreat treatment providers.</a:t>
                </a:r>
              </a:p>
            </p:txBody>
          </p:sp>
          <p:sp>
            <p:nvSpPr>
              <p:cNvPr id="76" name="Rectangle: Diagonal Corners Rounded 75">
                <a:extLst>
                  <a:ext uri="{FF2B5EF4-FFF2-40B4-BE49-F238E27FC236}">
                    <a16:creationId xmlns:a16="http://schemas.microsoft.com/office/drawing/2014/main" id="{A91C07F7-D40A-0288-7E14-E9B6FDEE16DA}"/>
                  </a:ext>
                </a:extLst>
              </p:cNvPr>
              <p:cNvSpPr/>
              <p:nvPr/>
            </p:nvSpPr>
            <p:spPr>
              <a:xfrm>
                <a:off x="6438344" y="5543516"/>
                <a:ext cx="566212" cy="583956"/>
              </a:xfrm>
              <a:prstGeom prst="round2DiagRect">
                <a:avLst>
                  <a:gd name="adj1" fmla="val 32009"/>
                  <a:gd name="adj2" fmla="val 0"/>
                </a:avLst>
              </a:prstGeom>
              <a:solidFill>
                <a:srgbClr val="F7A71B"/>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AU">
                  <a:solidFill>
                    <a:schemeClr val="tx1"/>
                  </a:solidFill>
                </a:endParaRPr>
              </a:p>
            </p:txBody>
          </p:sp>
        </p:grpSp>
        <p:grpSp>
          <p:nvGrpSpPr>
            <p:cNvPr id="141" name="Graphic 3">
              <a:extLst>
                <a:ext uri="{FF2B5EF4-FFF2-40B4-BE49-F238E27FC236}">
                  <a16:creationId xmlns:a16="http://schemas.microsoft.com/office/drawing/2014/main" id="{C896993F-00C7-7BE0-54AA-A001B982866F}"/>
                </a:ext>
              </a:extLst>
            </p:cNvPr>
            <p:cNvGrpSpPr/>
            <p:nvPr/>
          </p:nvGrpSpPr>
          <p:grpSpPr>
            <a:xfrm>
              <a:off x="6491711" y="5709937"/>
              <a:ext cx="470090" cy="426783"/>
              <a:chOff x="1934520" y="3073347"/>
              <a:chExt cx="772867" cy="701667"/>
            </a:xfrm>
            <a:solidFill>
              <a:srgbClr val="000000"/>
            </a:solidFill>
          </p:grpSpPr>
          <p:sp>
            <p:nvSpPr>
              <p:cNvPr id="142" name="Freeform: Shape 141">
                <a:extLst>
                  <a:ext uri="{FF2B5EF4-FFF2-40B4-BE49-F238E27FC236}">
                    <a16:creationId xmlns:a16="http://schemas.microsoft.com/office/drawing/2014/main" id="{063D4C91-EBDE-DDCA-6013-6BFEBDF9334D}"/>
                  </a:ext>
                </a:extLst>
              </p:cNvPr>
              <p:cNvSpPr/>
              <p:nvPr/>
            </p:nvSpPr>
            <p:spPr>
              <a:xfrm>
                <a:off x="1934520" y="3073347"/>
                <a:ext cx="579536" cy="701667"/>
              </a:xfrm>
              <a:custGeom>
                <a:avLst/>
                <a:gdLst>
                  <a:gd name="connsiteX0" fmla="*/ 289736 w 579536"/>
                  <a:gd name="connsiteY0" fmla="*/ 701667 h 701667"/>
                  <a:gd name="connsiteX1" fmla="*/ 285708 w 579536"/>
                  <a:gd name="connsiteY1" fmla="*/ 701148 h 701667"/>
                  <a:gd name="connsiteX2" fmla="*/ 0 w 579536"/>
                  <a:gd name="connsiteY2" fmla="*/ 395821 h 701667"/>
                  <a:gd name="connsiteX3" fmla="*/ 0 w 579536"/>
                  <a:gd name="connsiteY3" fmla="*/ 121741 h 701667"/>
                  <a:gd name="connsiteX4" fmla="*/ 15721 w 579536"/>
                  <a:gd name="connsiteY4" fmla="*/ 106020 h 701667"/>
                  <a:gd name="connsiteX5" fmla="*/ 277133 w 579536"/>
                  <a:gd name="connsiteY5" fmla="*/ 6626 h 701667"/>
                  <a:gd name="connsiteX6" fmla="*/ 289931 w 579536"/>
                  <a:gd name="connsiteY6" fmla="*/ 0 h 701667"/>
                  <a:gd name="connsiteX7" fmla="*/ 302728 w 579536"/>
                  <a:gd name="connsiteY7" fmla="*/ 6626 h 701667"/>
                  <a:gd name="connsiteX8" fmla="*/ 563816 w 579536"/>
                  <a:gd name="connsiteY8" fmla="*/ 106020 h 701667"/>
                  <a:gd name="connsiteX9" fmla="*/ 579537 w 579536"/>
                  <a:gd name="connsiteY9" fmla="*/ 121741 h 701667"/>
                  <a:gd name="connsiteX10" fmla="*/ 579537 w 579536"/>
                  <a:gd name="connsiteY10" fmla="*/ 186249 h 701667"/>
                  <a:gd name="connsiteX11" fmla="*/ 563816 w 579536"/>
                  <a:gd name="connsiteY11" fmla="*/ 201971 h 701667"/>
                  <a:gd name="connsiteX12" fmla="*/ 548094 w 579536"/>
                  <a:gd name="connsiteY12" fmla="*/ 186249 h 701667"/>
                  <a:gd name="connsiteX13" fmla="*/ 548094 w 579536"/>
                  <a:gd name="connsiteY13" fmla="*/ 136683 h 701667"/>
                  <a:gd name="connsiteX14" fmla="*/ 289801 w 579536"/>
                  <a:gd name="connsiteY14" fmla="*/ 37938 h 701667"/>
                  <a:gd name="connsiteX15" fmla="*/ 31312 w 579536"/>
                  <a:gd name="connsiteY15" fmla="*/ 136553 h 701667"/>
                  <a:gd name="connsiteX16" fmla="*/ 31312 w 579536"/>
                  <a:gd name="connsiteY16" fmla="*/ 395821 h 701667"/>
                  <a:gd name="connsiteX17" fmla="*/ 288891 w 579536"/>
                  <a:gd name="connsiteY17" fmla="*/ 668471 h 701667"/>
                  <a:gd name="connsiteX18" fmla="*/ 339433 w 579536"/>
                  <a:gd name="connsiteY18" fmla="*/ 633716 h 701667"/>
                  <a:gd name="connsiteX19" fmla="*/ 347098 w 579536"/>
                  <a:gd name="connsiteY19" fmla="*/ 628324 h 701667"/>
                  <a:gd name="connsiteX20" fmla="*/ 368926 w 579536"/>
                  <a:gd name="connsiteY20" fmla="*/ 632157 h 701667"/>
                  <a:gd name="connsiteX21" fmla="*/ 365093 w 579536"/>
                  <a:gd name="connsiteY21" fmla="*/ 653984 h 701667"/>
                  <a:gd name="connsiteX22" fmla="*/ 357427 w 579536"/>
                  <a:gd name="connsiteY22" fmla="*/ 659376 h 701667"/>
                  <a:gd name="connsiteX23" fmla="*/ 293699 w 579536"/>
                  <a:gd name="connsiteY23" fmla="*/ 701083 h 701667"/>
                  <a:gd name="connsiteX24" fmla="*/ 289671 w 579536"/>
                  <a:gd name="connsiteY24" fmla="*/ 701602 h 701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9536" h="701667">
                    <a:moveTo>
                      <a:pt x="289736" y="701667"/>
                    </a:moveTo>
                    <a:cubicBezTo>
                      <a:pt x="288372" y="701667"/>
                      <a:pt x="287007" y="701472"/>
                      <a:pt x="285708" y="701148"/>
                    </a:cubicBezTo>
                    <a:cubicBezTo>
                      <a:pt x="272066" y="697510"/>
                      <a:pt x="0" y="538350"/>
                      <a:pt x="0" y="395821"/>
                    </a:cubicBezTo>
                    <a:lnTo>
                      <a:pt x="0" y="121741"/>
                    </a:lnTo>
                    <a:cubicBezTo>
                      <a:pt x="0" y="113101"/>
                      <a:pt x="7016" y="106020"/>
                      <a:pt x="15721" y="106020"/>
                    </a:cubicBezTo>
                    <a:cubicBezTo>
                      <a:pt x="85037" y="106020"/>
                      <a:pt x="255435" y="37419"/>
                      <a:pt x="277133" y="6626"/>
                    </a:cubicBezTo>
                    <a:cubicBezTo>
                      <a:pt x="280056" y="2469"/>
                      <a:pt x="284864" y="0"/>
                      <a:pt x="289931" y="0"/>
                    </a:cubicBezTo>
                    <a:cubicBezTo>
                      <a:pt x="294998" y="0"/>
                      <a:pt x="299805" y="2469"/>
                      <a:pt x="302728" y="6626"/>
                    </a:cubicBezTo>
                    <a:cubicBezTo>
                      <a:pt x="325596" y="39108"/>
                      <a:pt x="490797" y="106020"/>
                      <a:pt x="563816" y="106020"/>
                    </a:cubicBezTo>
                    <a:cubicBezTo>
                      <a:pt x="572456" y="106020"/>
                      <a:pt x="579537" y="113036"/>
                      <a:pt x="579537" y="121741"/>
                    </a:cubicBezTo>
                    <a:lnTo>
                      <a:pt x="579537" y="186249"/>
                    </a:lnTo>
                    <a:cubicBezTo>
                      <a:pt x="579537" y="194890"/>
                      <a:pt x="572521" y="201971"/>
                      <a:pt x="563816" y="201971"/>
                    </a:cubicBezTo>
                    <a:cubicBezTo>
                      <a:pt x="555111" y="201971"/>
                      <a:pt x="548094" y="194954"/>
                      <a:pt x="548094" y="186249"/>
                    </a:cubicBezTo>
                    <a:lnTo>
                      <a:pt x="548094" y="136683"/>
                    </a:lnTo>
                    <a:cubicBezTo>
                      <a:pt x="471958" y="129796"/>
                      <a:pt x="337419" y="77826"/>
                      <a:pt x="289801" y="37938"/>
                    </a:cubicBezTo>
                    <a:cubicBezTo>
                      <a:pt x="241078" y="78086"/>
                      <a:pt x="101862" y="129082"/>
                      <a:pt x="31312" y="136553"/>
                    </a:cubicBezTo>
                    <a:lnTo>
                      <a:pt x="31312" y="395821"/>
                    </a:lnTo>
                    <a:cubicBezTo>
                      <a:pt x="31312" y="503790"/>
                      <a:pt x="243872" y="645539"/>
                      <a:pt x="288891" y="668471"/>
                    </a:cubicBezTo>
                    <a:cubicBezTo>
                      <a:pt x="299415" y="661780"/>
                      <a:pt x="322088" y="645864"/>
                      <a:pt x="339433" y="633716"/>
                    </a:cubicBezTo>
                    <a:lnTo>
                      <a:pt x="347098" y="628324"/>
                    </a:lnTo>
                    <a:cubicBezTo>
                      <a:pt x="354179" y="623387"/>
                      <a:pt x="363989" y="625076"/>
                      <a:pt x="368926" y="632157"/>
                    </a:cubicBezTo>
                    <a:cubicBezTo>
                      <a:pt x="373863" y="639238"/>
                      <a:pt x="372174" y="649047"/>
                      <a:pt x="365093" y="653984"/>
                    </a:cubicBezTo>
                    <a:lnTo>
                      <a:pt x="357427" y="659376"/>
                    </a:lnTo>
                    <a:cubicBezTo>
                      <a:pt x="308445" y="693677"/>
                      <a:pt x="299480" y="699524"/>
                      <a:pt x="293699" y="701083"/>
                    </a:cubicBezTo>
                    <a:cubicBezTo>
                      <a:pt x="292399" y="701407"/>
                      <a:pt x="291035" y="701602"/>
                      <a:pt x="289671" y="701602"/>
                    </a:cubicBezTo>
                    <a:close/>
                  </a:path>
                </a:pathLst>
              </a:custGeom>
              <a:solidFill>
                <a:srgbClr val="000000"/>
              </a:solidFill>
              <a:ln w="6491" cap="flat">
                <a:noFill/>
                <a:prstDash val="solid"/>
                <a:miter/>
              </a:ln>
            </p:spPr>
            <p:txBody>
              <a:bodyPr rtlCol="0" anchor="ctr"/>
              <a:lstStyle/>
              <a:p>
                <a:endParaRPr lang="en-AU"/>
              </a:p>
            </p:txBody>
          </p:sp>
          <p:sp>
            <p:nvSpPr>
              <p:cNvPr id="143" name="Freeform: Shape 142">
                <a:extLst>
                  <a:ext uri="{FF2B5EF4-FFF2-40B4-BE49-F238E27FC236}">
                    <a16:creationId xmlns:a16="http://schemas.microsoft.com/office/drawing/2014/main" id="{78217C02-EDA0-57F0-7CE4-B4B1CD6B6802}"/>
                  </a:ext>
                </a:extLst>
              </p:cNvPr>
              <p:cNvSpPr/>
              <p:nvPr/>
            </p:nvSpPr>
            <p:spPr>
              <a:xfrm>
                <a:off x="2256933" y="3292338"/>
                <a:ext cx="450454" cy="450454"/>
              </a:xfrm>
              <a:custGeom>
                <a:avLst/>
                <a:gdLst>
                  <a:gd name="connsiteX0" fmla="*/ 225228 w 450454"/>
                  <a:gd name="connsiteY0" fmla="*/ 450455 h 450454"/>
                  <a:gd name="connsiteX1" fmla="*/ 0 w 450454"/>
                  <a:gd name="connsiteY1" fmla="*/ 225227 h 450454"/>
                  <a:gd name="connsiteX2" fmla="*/ 225228 w 450454"/>
                  <a:gd name="connsiteY2" fmla="*/ 0 h 450454"/>
                  <a:gd name="connsiteX3" fmla="*/ 450455 w 450454"/>
                  <a:gd name="connsiteY3" fmla="*/ 225227 h 450454"/>
                  <a:gd name="connsiteX4" fmla="*/ 225228 w 450454"/>
                  <a:gd name="connsiteY4" fmla="*/ 450455 h 450454"/>
                  <a:gd name="connsiteX5" fmla="*/ 225228 w 450454"/>
                  <a:gd name="connsiteY5" fmla="*/ 31312 h 450454"/>
                  <a:gd name="connsiteX6" fmla="*/ 31377 w 450454"/>
                  <a:gd name="connsiteY6" fmla="*/ 225162 h 450454"/>
                  <a:gd name="connsiteX7" fmla="*/ 225228 w 450454"/>
                  <a:gd name="connsiteY7" fmla="*/ 419013 h 450454"/>
                  <a:gd name="connsiteX8" fmla="*/ 419078 w 450454"/>
                  <a:gd name="connsiteY8" fmla="*/ 225162 h 450454"/>
                  <a:gd name="connsiteX9" fmla="*/ 225228 w 450454"/>
                  <a:gd name="connsiteY9" fmla="*/ 31312 h 450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0454" h="450454">
                    <a:moveTo>
                      <a:pt x="225228" y="450455"/>
                    </a:moveTo>
                    <a:cubicBezTo>
                      <a:pt x="101018" y="450455"/>
                      <a:pt x="0" y="349437"/>
                      <a:pt x="0" y="225227"/>
                    </a:cubicBezTo>
                    <a:cubicBezTo>
                      <a:pt x="0" y="101018"/>
                      <a:pt x="101018" y="0"/>
                      <a:pt x="225228" y="0"/>
                    </a:cubicBezTo>
                    <a:cubicBezTo>
                      <a:pt x="349437" y="0"/>
                      <a:pt x="450455" y="101018"/>
                      <a:pt x="450455" y="225227"/>
                    </a:cubicBezTo>
                    <a:cubicBezTo>
                      <a:pt x="450455" y="349437"/>
                      <a:pt x="349437" y="450455"/>
                      <a:pt x="225228" y="450455"/>
                    </a:cubicBezTo>
                    <a:close/>
                    <a:moveTo>
                      <a:pt x="225228" y="31312"/>
                    </a:moveTo>
                    <a:cubicBezTo>
                      <a:pt x="118298" y="31312"/>
                      <a:pt x="31377" y="118298"/>
                      <a:pt x="31377" y="225162"/>
                    </a:cubicBezTo>
                    <a:cubicBezTo>
                      <a:pt x="31377" y="332027"/>
                      <a:pt x="118363" y="419013"/>
                      <a:pt x="225228" y="419013"/>
                    </a:cubicBezTo>
                    <a:cubicBezTo>
                      <a:pt x="332092" y="419013"/>
                      <a:pt x="419078" y="332027"/>
                      <a:pt x="419078" y="225162"/>
                    </a:cubicBezTo>
                    <a:cubicBezTo>
                      <a:pt x="419078" y="118298"/>
                      <a:pt x="332092" y="31312"/>
                      <a:pt x="225228" y="31312"/>
                    </a:cubicBezTo>
                    <a:close/>
                  </a:path>
                </a:pathLst>
              </a:custGeom>
              <a:solidFill>
                <a:srgbClr val="000000"/>
              </a:solidFill>
              <a:ln w="6491" cap="flat">
                <a:noFill/>
                <a:prstDash val="solid"/>
                <a:miter/>
              </a:ln>
            </p:spPr>
            <p:txBody>
              <a:bodyPr rtlCol="0" anchor="ctr"/>
              <a:lstStyle/>
              <a:p>
                <a:endParaRPr lang="en-AU"/>
              </a:p>
            </p:txBody>
          </p:sp>
          <p:sp>
            <p:nvSpPr>
              <p:cNvPr id="144" name="Freeform: Shape 143">
                <a:extLst>
                  <a:ext uri="{FF2B5EF4-FFF2-40B4-BE49-F238E27FC236}">
                    <a16:creationId xmlns:a16="http://schemas.microsoft.com/office/drawing/2014/main" id="{F936BF02-B2FE-3EA2-29CE-F18951BADC71}"/>
                  </a:ext>
                </a:extLst>
              </p:cNvPr>
              <p:cNvSpPr/>
              <p:nvPr/>
            </p:nvSpPr>
            <p:spPr>
              <a:xfrm>
                <a:off x="2337519" y="3405146"/>
                <a:ext cx="289281" cy="240980"/>
              </a:xfrm>
              <a:custGeom>
                <a:avLst/>
                <a:gdLst>
                  <a:gd name="connsiteX0" fmla="*/ 112419 w 289281"/>
                  <a:gd name="connsiteY0" fmla="*/ 240916 h 240980"/>
                  <a:gd name="connsiteX1" fmla="*/ 101310 w 289281"/>
                  <a:gd name="connsiteY1" fmla="*/ 236304 h 240980"/>
                  <a:gd name="connsiteX2" fmla="*/ 4580 w 289281"/>
                  <a:gd name="connsiteY2" fmla="*/ 139573 h 240980"/>
                  <a:gd name="connsiteX3" fmla="*/ 4580 w 289281"/>
                  <a:gd name="connsiteY3" fmla="*/ 117356 h 240980"/>
                  <a:gd name="connsiteX4" fmla="*/ 52913 w 289281"/>
                  <a:gd name="connsiteY4" fmla="*/ 69023 h 240980"/>
                  <a:gd name="connsiteX5" fmla="*/ 75130 w 289281"/>
                  <a:gd name="connsiteY5" fmla="*/ 69023 h 240980"/>
                  <a:gd name="connsiteX6" fmla="*/ 112419 w 289281"/>
                  <a:gd name="connsiteY6" fmla="*/ 106312 h 240980"/>
                  <a:gd name="connsiteX7" fmla="*/ 214151 w 289281"/>
                  <a:gd name="connsiteY7" fmla="*/ 4580 h 240980"/>
                  <a:gd name="connsiteX8" fmla="*/ 236369 w 289281"/>
                  <a:gd name="connsiteY8" fmla="*/ 4580 h 240980"/>
                  <a:gd name="connsiteX9" fmla="*/ 284701 w 289281"/>
                  <a:gd name="connsiteY9" fmla="*/ 52913 h 240980"/>
                  <a:gd name="connsiteX10" fmla="*/ 284701 w 289281"/>
                  <a:gd name="connsiteY10" fmla="*/ 75130 h 240980"/>
                  <a:gd name="connsiteX11" fmla="*/ 123463 w 289281"/>
                  <a:gd name="connsiteY11" fmla="*/ 236369 h 240980"/>
                  <a:gd name="connsiteX12" fmla="*/ 112354 w 289281"/>
                  <a:gd name="connsiteY12" fmla="*/ 240981 h 240980"/>
                  <a:gd name="connsiteX13" fmla="*/ 37906 w 289281"/>
                  <a:gd name="connsiteY13" fmla="*/ 128530 h 240980"/>
                  <a:gd name="connsiteX14" fmla="*/ 112419 w 289281"/>
                  <a:gd name="connsiteY14" fmla="*/ 203042 h 240980"/>
                  <a:gd name="connsiteX15" fmla="*/ 251440 w 289281"/>
                  <a:gd name="connsiteY15" fmla="*/ 64021 h 240980"/>
                  <a:gd name="connsiteX16" fmla="*/ 225260 w 289281"/>
                  <a:gd name="connsiteY16" fmla="*/ 37841 h 240980"/>
                  <a:gd name="connsiteX17" fmla="*/ 123528 w 289281"/>
                  <a:gd name="connsiteY17" fmla="*/ 139573 h 240980"/>
                  <a:gd name="connsiteX18" fmla="*/ 101310 w 289281"/>
                  <a:gd name="connsiteY18" fmla="*/ 139573 h 240980"/>
                  <a:gd name="connsiteX19" fmla="*/ 64021 w 289281"/>
                  <a:gd name="connsiteY19" fmla="*/ 102285 h 240980"/>
                  <a:gd name="connsiteX20" fmla="*/ 37841 w 289281"/>
                  <a:gd name="connsiteY20" fmla="*/ 128465 h 240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89281" h="240980">
                    <a:moveTo>
                      <a:pt x="112419" y="240916"/>
                    </a:moveTo>
                    <a:cubicBezTo>
                      <a:pt x="108391" y="240916"/>
                      <a:pt x="104363" y="239357"/>
                      <a:pt x="101310" y="236304"/>
                    </a:cubicBezTo>
                    <a:lnTo>
                      <a:pt x="4580" y="139573"/>
                    </a:lnTo>
                    <a:cubicBezTo>
                      <a:pt x="-1527" y="133467"/>
                      <a:pt x="-1527" y="123527"/>
                      <a:pt x="4580" y="117356"/>
                    </a:cubicBezTo>
                    <a:lnTo>
                      <a:pt x="52913" y="69023"/>
                    </a:lnTo>
                    <a:cubicBezTo>
                      <a:pt x="59019" y="62917"/>
                      <a:pt x="68958" y="62917"/>
                      <a:pt x="75130" y="69023"/>
                    </a:cubicBezTo>
                    <a:lnTo>
                      <a:pt x="112419" y="106312"/>
                    </a:lnTo>
                    <a:lnTo>
                      <a:pt x="214151" y="4580"/>
                    </a:lnTo>
                    <a:cubicBezTo>
                      <a:pt x="220258" y="-1527"/>
                      <a:pt x="230197" y="-1527"/>
                      <a:pt x="236369" y="4580"/>
                    </a:cubicBezTo>
                    <a:lnTo>
                      <a:pt x="284701" y="52913"/>
                    </a:lnTo>
                    <a:cubicBezTo>
                      <a:pt x="290808" y="59019"/>
                      <a:pt x="290808" y="68958"/>
                      <a:pt x="284701" y="75130"/>
                    </a:cubicBezTo>
                    <a:lnTo>
                      <a:pt x="123463" y="236369"/>
                    </a:lnTo>
                    <a:cubicBezTo>
                      <a:pt x="120409" y="239422"/>
                      <a:pt x="116382" y="240981"/>
                      <a:pt x="112354" y="240981"/>
                    </a:cubicBezTo>
                    <a:close/>
                    <a:moveTo>
                      <a:pt x="37906" y="128530"/>
                    </a:moveTo>
                    <a:lnTo>
                      <a:pt x="112419" y="203042"/>
                    </a:lnTo>
                    <a:lnTo>
                      <a:pt x="251440" y="64021"/>
                    </a:lnTo>
                    <a:lnTo>
                      <a:pt x="225260" y="37841"/>
                    </a:lnTo>
                    <a:lnTo>
                      <a:pt x="123528" y="139573"/>
                    </a:lnTo>
                    <a:cubicBezTo>
                      <a:pt x="117421" y="145680"/>
                      <a:pt x="107482" y="145680"/>
                      <a:pt x="101310" y="139573"/>
                    </a:cubicBezTo>
                    <a:lnTo>
                      <a:pt x="64021" y="102285"/>
                    </a:lnTo>
                    <a:lnTo>
                      <a:pt x="37841" y="128465"/>
                    </a:lnTo>
                    <a:close/>
                  </a:path>
                </a:pathLst>
              </a:custGeom>
              <a:solidFill>
                <a:srgbClr val="000000"/>
              </a:solidFill>
              <a:ln w="6491" cap="flat">
                <a:noFill/>
                <a:prstDash val="solid"/>
                <a:miter/>
              </a:ln>
            </p:spPr>
            <p:txBody>
              <a:bodyPr rtlCol="0" anchor="ctr"/>
              <a:lstStyle/>
              <a:p>
                <a:endParaRPr lang="en-AU"/>
              </a:p>
            </p:txBody>
          </p:sp>
        </p:grpSp>
      </p:grpSp>
      <p:grpSp>
        <p:nvGrpSpPr>
          <p:cNvPr id="3" name="Group 2">
            <a:extLst>
              <a:ext uri="{FF2B5EF4-FFF2-40B4-BE49-F238E27FC236}">
                <a16:creationId xmlns:a16="http://schemas.microsoft.com/office/drawing/2014/main" id="{7E4CBF19-494B-1785-3EC8-E493AF7CA48A}"/>
              </a:ext>
              <a:ext uri="{C183D7F6-B498-43B3-948B-1728B52AA6E4}">
                <adec:decorative xmlns:adec="http://schemas.microsoft.com/office/drawing/2017/decorative" val="1"/>
              </a:ext>
            </a:extLst>
          </p:cNvPr>
          <p:cNvGrpSpPr/>
          <p:nvPr/>
        </p:nvGrpSpPr>
        <p:grpSpPr>
          <a:xfrm>
            <a:off x="6438344" y="4700421"/>
            <a:ext cx="2261636" cy="738664"/>
            <a:chOff x="6438344" y="4643271"/>
            <a:chExt cx="2261636" cy="738664"/>
          </a:xfrm>
        </p:grpSpPr>
        <p:grpSp>
          <p:nvGrpSpPr>
            <p:cNvPr id="40" name="Group 39">
              <a:extLst>
                <a:ext uri="{FF2B5EF4-FFF2-40B4-BE49-F238E27FC236}">
                  <a16:creationId xmlns:a16="http://schemas.microsoft.com/office/drawing/2014/main" id="{3A8EF3A0-4A0E-9A5C-F32C-6EA7C99697FC}"/>
                </a:ext>
              </a:extLst>
            </p:cNvPr>
            <p:cNvGrpSpPr/>
            <p:nvPr/>
          </p:nvGrpSpPr>
          <p:grpSpPr>
            <a:xfrm>
              <a:off x="6438344" y="4643271"/>
              <a:ext cx="2261636" cy="738664"/>
              <a:chOff x="11922880" y="4354098"/>
              <a:chExt cx="2261636" cy="738664"/>
            </a:xfrm>
          </p:grpSpPr>
          <p:sp>
            <p:nvSpPr>
              <p:cNvPr id="43" name="Rectangle: Diagonal Corners Rounded 42">
                <a:extLst>
                  <a:ext uri="{FF2B5EF4-FFF2-40B4-BE49-F238E27FC236}">
                    <a16:creationId xmlns:a16="http://schemas.microsoft.com/office/drawing/2014/main" id="{3D7EF355-0682-F593-65BE-974B03CA5B83}"/>
                  </a:ext>
                </a:extLst>
              </p:cNvPr>
              <p:cNvSpPr/>
              <p:nvPr/>
            </p:nvSpPr>
            <p:spPr>
              <a:xfrm>
                <a:off x="11922880" y="4431452"/>
                <a:ext cx="566212" cy="583956"/>
              </a:xfrm>
              <a:prstGeom prst="round2DiagRect">
                <a:avLst>
                  <a:gd name="adj1" fmla="val 32009"/>
                  <a:gd name="adj2" fmla="val 0"/>
                </a:avLst>
              </a:prstGeom>
              <a:solidFill>
                <a:srgbClr val="9BB5A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AU">
                  <a:solidFill>
                    <a:schemeClr val="tx1"/>
                  </a:solidFill>
                </a:endParaRPr>
              </a:p>
            </p:txBody>
          </p:sp>
          <p:sp>
            <p:nvSpPr>
              <p:cNvPr id="42" name="TextBox 41">
                <a:extLst>
                  <a:ext uri="{FF2B5EF4-FFF2-40B4-BE49-F238E27FC236}">
                    <a16:creationId xmlns:a16="http://schemas.microsoft.com/office/drawing/2014/main" id="{280475D0-9F0A-4DE2-26EF-3D6A61133270}"/>
                  </a:ext>
                </a:extLst>
              </p:cNvPr>
              <p:cNvSpPr txBox="1"/>
              <p:nvPr/>
            </p:nvSpPr>
            <p:spPr>
              <a:xfrm>
                <a:off x="12557227" y="4354098"/>
                <a:ext cx="1627289" cy="738664"/>
              </a:xfrm>
              <a:prstGeom prst="rect">
                <a:avLst/>
              </a:prstGeom>
              <a:noFill/>
            </p:spPr>
            <p:txBody>
              <a:bodyPr wrap="square">
                <a:spAutoFit/>
              </a:bodyPr>
              <a:lstStyle/>
              <a:p>
                <a:pPr marL="0" lvl="2" indent="0" defTabSz="900000">
                  <a:lnSpc>
                    <a:spcPct val="100000"/>
                  </a:lnSpc>
                  <a:buFont typeface="+mj-lt"/>
                  <a:buNone/>
                </a:pPr>
                <a:r>
                  <a:rPr lang="en-AU" sz="1400" b="1"/>
                  <a:t>66,396</a:t>
                </a:r>
                <a:r>
                  <a:rPr lang="en-AU" sz="1400"/>
                  <a:t> Whitelisted consignments</a:t>
                </a:r>
              </a:p>
              <a:p>
                <a:pPr marL="0" lvl="2" indent="0" defTabSz="900000">
                  <a:lnSpc>
                    <a:spcPct val="100000"/>
                  </a:lnSpc>
                  <a:buFont typeface="+mj-lt"/>
                  <a:buNone/>
                </a:pPr>
                <a:r>
                  <a:rPr lang="en-AU" sz="1400"/>
                  <a:t>treated offshore.</a:t>
                </a:r>
              </a:p>
            </p:txBody>
          </p:sp>
        </p:grpSp>
        <p:grpSp>
          <p:nvGrpSpPr>
            <p:cNvPr id="145" name="Graphic 3">
              <a:extLst>
                <a:ext uri="{FF2B5EF4-FFF2-40B4-BE49-F238E27FC236}">
                  <a16:creationId xmlns:a16="http://schemas.microsoft.com/office/drawing/2014/main" id="{D4885ABF-B6C9-4287-DFC1-C8FB243EA822}"/>
                </a:ext>
              </a:extLst>
            </p:cNvPr>
            <p:cNvGrpSpPr/>
            <p:nvPr/>
          </p:nvGrpSpPr>
          <p:grpSpPr>
            <a:xfrm>
              <a:off x="6474149" y="4792376"/>
              <a:ext cx="497670" cy="445326"/>
              <a:chOff x="3030839" y="3079713"/>
              <a:chExt cx="786899" cy="704135"/>
            </a:xfrm>
            <a:solidFill>
              <a:srgbClr val="000000"/>
            </a:solidFill>
          </p:grpSpPr>
          <p:sp>
            <p:nvSpPr>
              <p:cNvPr id="146" name="Freeform: Shape 145">
                <a:extLst>
                  <a:ext uri="{FF2B5EF4-FFF2-40B4-BE49-F238E27FC236}">
                    <a16:creationId xmlns:a16="http://schemas.microsoft.com/office/drawing/2014/main" id="{6E293B87-D5A6-65D8-8ECA-1B8CA9522AE4}"/>
                  </a:ext>
                </a:extLst>
              </p:cNvPr>
              <p:cNvSpPr/>
              <p:nvPr/>
            </p:nvSpPr>
            <p:spPr>
              <a:xfrm>
                <a:off x="3063840" y="3674841"/>
                <a:ext cx="390039" cy="109008"/>
              </a:xfrm>
              <a:custGeom>
                <a:avLst/>
                <a:gdLst>
                  <a:gd name="connsiteX0" fmla="*/ 376917 w 390039"/>
                  <a:gd name="connsiteY0" fmla="*/ 109008 h 109008"/>
                  <a:gd name="connsiteX1" fmla="*/ 13188 w 390039"/>
                  <a:gd name="connsiteY1" fmla="*/ 109008 h 109008"/>
                  <a:gd name="connsiteX2" fmla="*/ 0 w 390039"/>
                  <a:gd name="connsiteY2" fmla="*/ 95821 h 109008"/>
                  <a:gd name="connsiteX3" fmla="*/ 0 w 390039"/>
                  <a:gd name="connsiteY3" fmla="*/ 13188 h 109008"/>
                  <a:gd name="connsiteX4" fmla="*/ 13188 w 390039"/>
                  <a:gd name="connsiteY4" fmla="*/ 0 h 109008"/>
                  <a:gd name="connsiteX5" fmla="*/ 26375 w 390039"/>
                  <a:gd name="connsiteY5" fmla="*/ 13188 h 109008"/>
                  <a:gd name="connsiteX6" fmla="*/ 26375 w 390039"/>
                  <a:gd name="connsiteY6" fmla="*/ 82633 h 109008"/>
                  <a:gd name="connsiteX7" fmla="*/ 363664 w 390039"/>
                  <a:gd name="connsiteY7" fmla="*/ 82633 h 109008"/>
                  <a:gd name="connsiteX8" fmla="*/ 363664 w 390039"/>
                  <a:gd name="connsiteY8" fmla="*/ 13188 h 109008"/>
                  <a:gd name="connsiteX9" fmla="*/ 376852 w 390039"/>
                  <a:gd name="connsiteY9" fmla="*/ 0 h 109008"/>
                  <a:gd name="connsiteX10" fmla="*/ 390039 w 390039"/>
                  <a:gd name="connsiteY10" fmla="*/ 13188 h 109008"/>
                  <a:gd name="connsiteX11" fmla="*/ 390039 w 390039"/>
                  <a:gd name="connsiteY11" fmla="*/ 95821 h 109008"/>
                  <a:gd name="connsiteX12" fmla="*/ 376852 w 390039"/>
                  <a:gd name="connsiteY12" fmla="*/ 109008 h 109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0039" h="109008">
                    <a:moveTo>
                      <a:pt x="376917" y="109008"/>
                    </a:moveTo>
                    <a:lnTo>
                      <a:pt x="13188" y="109008"/>
                    </a:lnTo>
                    <a:cubicBezTo>
                      <a:pt x="5912" y="109008"/>
                      <a:pt x="0" y="103097"/>
                      <a:pt x="0" y="95821"/>
                    </a:cubicBezTo>
                    <a:lnTo>
                      <a:pt x="0" y="13188"/>
                    </a:lnTo>
                    <a:cubicBezTo>
                      <a:pt x="0" y="5912"/>
                      <a:pt x="5912" y="0"/>
                      <a:pt x="13188" y="0"/>
                    </a:cubicBezTo>
                    <a:cubicBezTo>
                      <a:pt x="20464" y="0"/>
                      <a:pt x="26375" y="5912"/>
                      <a:pt x="26375" y="13188"/>
                    </a:cubicBezTo>
                    <a:lnTo>
                      <a:pt x="26375" y="82633"/>
                    </a:lnTo>
                    <a:lnTo>
                      <a:pt x="363664" y="82633"/>
                    </a:lnTo>
                    <a:lnTo>
                      <a:pt x="363664" y="13188"/>
                    </a:lnTo>
                    <a:cubicBezTo>
                      <a:pt x="363664" y="5912"/>
                      <a:pt x="369576" y="0"/>
                      <a:pt x="376852" y="0"/>
                    </a:cubicBezTo>
                    <a:cubicBezTo>
                      <a:pt x="384127" y="0"/>
                      <a:pt x="390039" y="5912"/>
                      <a:pt x="390039" y="13188"/>
                    </a:cubicBezTo>
                    <a:lnTo>
                      <a:pt x="390039" y="95821"/>
                    </a:lnTo>
                    <a:cubicBezTo>
                      <a:pt x="390039" y="103097"/>
                      <a:pt x="384127" y="109008"/>
                      <a:pt x="376852" y="109008"/>
                    </a:cubicBezTo>
                    <a:close/>
                  </a:path>
                </a:pathLst>
              </a:custGeom>
              <a:solidFill>
                <a:srgbClr val="000000"/>
              </a:solidFill>
              <a:ln w="6491" cap="flat">
                <a:noFill/>
                <a:prstDash val="solid"/>
                <a:miter/>
              </a:ln>
            </p:spPr>
            <p:txBody>
              <a:bodyPr rtlCol="0" anchor="ctr"/>
              <a:lstStyle/>
              <a:p>
                <a:endParaRPr lang="en-AU"/>
              </a:p>
            </p:txBody>
          </p:sp>
          <p:sp>
            <p:nvSpPr>
              <p:cNvPr id="147" name="Freeform: Shape 146">
                <a:extLst>
                  <a:ext uri="{FF2B5EF4-FFF2-40B4-BE49-F238E27FC236}">
                    <a16:creationId xmlns:a16="http://schemas.microsoft.com/office/drawing/2014/main" id="{ABCFE515-1F85-64D2-A419-F7E138DE8733}"/>
                  </a:ext>
                </a:extLst>
              </p:cNvPr>
              <p:cNvSpPr/>
              <p:nvPr/>
            </p:nvSpPr>
            <p:spPr>
              <a:xfrm>
                <a:off x="3030839" y="3079713"/>
                <a:ext cx="456301" cy="621502"/>
              </a:xfrm>
              <a:custGeom>
                <a:avLst/>
                <a:gdLst>
                  <a:gd name="connsiteX0" fmla="*/ 442984 w 456301"/>
                  <a:gd name="connsiteY0" fmla="*/ 621503 h 621502"/>
                  <a:gd name="connsiteX1" fmla="*/ 343785 w 456301"/>
                  <a:gd name="connsiteY1" fmla="*/ 621503 h 621502"/>
                  <a:gd name="connsiteX2" fmla="*/ 330598 w 456301"/>
                  <a:gd name="connsiteY2" fmla="*/ 608315 h 621502"/>
                  <a:gd name="connsiteX3" fmla="*/ 343785 w 456301"/>
                  <a:gd name="connsiteY3" fmla="*/ 595128 h 621502"/>
                  <a:gd name="connsiteX4" fmla="*/ 429797 w 456301"/>
                  <a:gd name="connsiteY4" fmla="*/ 595128 h 621502"/>
                  <a:gd name="connsiteX5" fmla="*/ 429797 w 456301"/>
                  <a:gd name="connsiteY5" fmla="*/ 525682 h 621502"/>
                  <a:gd name="connsiteX6" fmla="*/ 355284 w 456301"/>
                  <a:gd name="connsiteY6" fmla="*/ 463382 h 621502"/>
                  <a:gd name="connsiteX7" fmla="*/ 341771 w 456301"/>
                  <a:gd name="connsiteY7" fmla="*/ 458055 h 621502"/>
                  <a:gd name="connsiteX8" fmla="*/ 264530 w 456301"/>
                  <a:gd name="connsiteY8" fmla="*/ 276938 h 621502"/>
                  <a:gd name="connsiteX9" fmla="*/ 284929 w 456301"/>
                  <a:gd name="connsiteY9" fmla="*/ 163902 h 621502"/>
                  <a:gd name="connsiteX10" fmla="*/ 297531 w 456301"/>
                  <a:gd name="connsiteY10" fmla="*/ 95756 h 621502"/>
                  <a:gd name="connsiteX11" fmla="*/ 228086 w 456301"/>
                  <a:gd name="connsiteY11" fmla="*/ 26310 h 621502"/>
                  <a:gd name="connsiteX12" fmla="*/ 158640 w 456301"/>
                  <a:gd name="connsiteY12" fmla="*/ 95756 h 621502"/>
                  <a:gd name="connsiteX13" fmla="*/ 171243 w 456301"/>
                  <a:gd name="connsiteY13" fmla="*/ 163902 h 621502"/>
                  <a:gd name="connsiteX14" fmla="*/ 191641 w 456301"/>
                  <a:gd name="connsiteY14" fmla="*/ 276938 h 621502"/>
                  <a:gd name="connsiteX15" fmla="*/ 114400 w 456301"/>
                  <a:gd name="connsiteY15" fmla="*/ 458055 h 621502"/>
                  <a:gd name="connsiteX16" fmla="*/ 100888 w 456301"/>
                  <a:gd name="connsiteY16" fmla="*/ 463382 h 621502"/>
                  <a:gd name="connsiteX17" fmla="*/ 26375 w 456301"/>
                  <a:gd name="connsiteY17" fmla="*/ 525682 h 621502"/>
                  <a:gd name="connsiteX18" fmla="*/ 26375 w 456301"/>
                  <a:gd name="connsiteY18" fmla="*/ 595128 h 621502"/>
                  <a:gd name="connsiteX19" fmla="*/ 261152 w 456301"/>
                  <a:gd name="connsiteY19" fmla="*/ 595128 h 621502"/>
                  <a:gd name="connsiteX20" fmla="*/ 274340 w 456301"/>
                  <a:gd name="connsiteY20" fmla="*/ 608315 h 621502"/>
                  <a:gd name="connsiteX21" fmla="*/ 261152 w 456301"/>
                  <a:gd name="connsiteY21" fmla="*/ 621503 h 621502"/>
                  <a:gd name="connsiteX22" fmla="*/ 13188 w 456301"/>
                  <a:gd name="connsiteY22" fmla="*/ 621503 h 621502"/>
                  <a:gd name="connsiteX23" fmla="*/ 0 w 456301"/>
                  <a:gd name="connsiteY23" fmla="*/ 608315 h 621502"/>
                  <a:gd name="connsiteX24" fmla="*/ 0 w 456301"/>
                  <a:gd name="connsiteY24" fmla="*/ 525682 h 621502"/>
                  <a:gd name="connsiteX25" fmla="*/ 91338 w 456301"/>
                  <a:gd name="connsiteY25" fmla="*/ 438761 h 621502"/>
                  <a:gd name="connsiteX26" fmla="*/ 104786 w 456301"/>
                  <a:gd name="connsiteY26" fmla="*/ 433499 h 621502"/>
                  <a:gd name="connsiteX27" fmla="*/ 165331 w 456301"/>
                  <a:gd name="connsiteY27" fmla="*/ 278432 h 621502"/>
                  <a:gd name="connsiteX28" fmla="*/ 145777 w 456301"/>
                  <a:gd name="connsiteY28" fmla="*/ 170853 h 621502"/>
                  <a:gd name="connsiteX29" fmla="*/ 132265 w 456301"/>
                  <a:gd name="connsiteY29" fmla="*/ 95886 h 621502"/>
                  <a:gd name="connsiteX30" fmla="*/ 228151 w 456301"/>
                  <a:gd name="connsiteY30" fmla="*/ 0 h 621502"/>
                  <a:gd name="connsiteX31" fmla="*/ 324036 w 456301"/>
                  <a:gd name="connsiteY31" fmla="*/ 95886 h 621502"/>
                  <a:gd name="connsiteX32" fmla="*/ 310524 w 456301"/>
                  <a:gd name="connsiteY32" fmla="*/ 170853 h 621502"/>
                  <a:gd name="connsiteX33" fmla="*/ 290970 w 456301"/>
                  <a:gd name="connsiteY33" fmla="*/ 278432 h 621502"/>
                  <a:gd name="connsiteX34" fmla="*/ 351516 w 456301"/>
                  <a:gd name="connsiteY34" fmla="*/ 433499 h 621502"/>
                  <a:gd name="connsiteX35" fmla="*/ 364963 w 456301"/>
                  <a:gd name="connsiteY35" fmla="*/ 438761 h 621502"/>
                  <a:gd name="connsiteX36" fmla="*/ 456301 w 456301"/>
                  <a:gd name="connsiteY36" fmla="*/ 525682 h 621502"/>
                  <a:gd name="connsiteX37" fmla="*/ 456301 w 456301"/>
                  <a:gd name="connsiteY37" fmla="*/ 608315 h 621502"/>
                  <a:gd name="connsiteX38" fmla="*/ 443114 w 456301"/>
                  <a:gd name="connsiteY38" fmla="*/ 621503 h 621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56301" h="621502">
                    <a:moveTo>
                      <a:pt x="442984" y="621503"/>
                    </a:moveTo>
                    <a:lnTo>
                      <a:pt x="343785" y="621503"/>
                    </a:lnTo>
                    <a:cubicBezTo>
                      <a:pt x="336509" y="621503"/>
                      <a:pt x="330598" y="615591"/>
                      <a:pt x="330598" y="608315"/>
                    </a:cubicBezTo>
                    <a:cubicBezTo>
                      <a:pt x="330598" y="601039"/>
                      <a:pt x="336509" y="595128"/>
                      <a:pt x="343785" y="595128"/>
                    </a:cubicBezTo>
                    <a:lnTo>
                      <a:pt x="429797" y="595128"/>
                    </a:lnTo>
                    <a:lnTo>
                      <a:pt x="429797" y="525682"/>
                    </a:lnTo>
                    <a:cubicBezTo>
                      <a:pt x="429797" y="493915"/>
                      <a:pt x="411867" y="485405"/>
                      <a:pt x="355284" y="463382"/>
                    </a:cubicBezTo>
                    <a:lnTo>
                      <a:pt x="341771" y="458055"/>
                    </a:lnTo>
                    <a:cubicBezTo>
                      <a:pt x="256475" y="424405"/>
                      <a:pt x="261542" y="332092"/>
                      <a:pt x="264530" y="276938"/>
                    </a:cubicBezTo>
                    <a:cubicBezTo>
                      <a:pt x="267064" y="230294"/>
                      <a:pt x="276548" y="195020"/>
                      <a:pt x="284929" y="163902"/>
                    </a:cubicBezTo>
                    <a:cubicBezTo>
                      <a:pt x="291685" y="138696"/>
                      <a:pt x="297531" y="116999"/>
                      <a:pt x="297531" y="95756"/>
                    </a:cubicBezTo>
                    <a:cubicBezTo>
                      <a:pt x="297531" y="57492"/>
                      <a:pt x="266349" y="26310"/>
                      <a:pt x="228086" y="26310"/>
                    </a:cubicBezTo>
                    <a:cubicBezTo>
                      <a:pt x="189822" y="26310"/>
                      <a:pt x="158640" y="57492"/>
                      <a:pt x="158640" y="95756"/>
                    </a:cubicBezTo>
                    <a:cubicBezTo>
                      <a:pt x="158640" y="116934"/>
                      <a:pt x="164487" y="138696"/>
                      <a:pt x="171243" y="163902"/>
                    </a:cubicBezTo>
                    <a:cubicBezTo>
                      <a:pt x="179623" y="195020"/>
                      <a:pt x="189108" y="230294"/>
                      <a:pt x="191641" y="276938"/>
                    </a:cubicBezTo>
                    <a:cubicBezTo>
                      <a:pt x="194630" y="332092"/>
                      <a:pt x="199697" y="424405"/>
                      <a:pt x="114400" y="458055"/>
                    </a:cubicBezTo>
                    <a:lnTo>
                      <a:pt x="100888" y="463382"/>
                    </a:lnTo>
                    <a:cubicBezTo>
                      <a:pt x="44240" y="485470"/>
                      <a:pt x="26375" y="493980"/>
                      <a:pt x="26375" y="525682"/>
                    </a:cubicBezTo>
                    <a:lnTo>
                      <a:pt x="26375" y="595128"/>
                    </a:lnTo>
                    <a:lnTo>
                      <a:pt x="261152" y="595128"/>
                    </a:lnTo>
                    <a:cubicBezTo>
                      <a:pt x="268428" y="595128"/>
                      <a:pt x="274340" y="601039"/>
                      <a:pt x="274340" y="608315"/>
                    </a:cubicBezTo>
                    <a:cubicBezTo>
                      <a:pt x="274340" y="615591"/>
                      <a:pt x="268428" y="621503"/>
                      <a:pt x="261152" y="621503"/>
                    </a:cubicBezTo>
                    <a:lnTo>
                      <a:pt x="13188" y="621503"/>
                    </a:lnTo>
                    <a:cubicBezTo>
                      <a:pt x="5912" y="621503"/>
                      <a:pt x="0" y="615591"/>
                      <a:pt x="0" y="608315"/>
                    </a:cubicBezTo>
                    <a:lnTo>
                      <a:pt x="0" y="525682"/>
                    </a:lnTo>
                    <a:cubicBezTo>
                      <a:pt x="0" y="474361"/>
                      <a:pt x="36314" y="460199"/>
                      <a:pt x="91338" y="438761"/>
                    </a:cubicBezTo>
                    <a:lnTo>
                      <a:pt x="104786" y="433499"/>
                    </a:lnTo>
                    <a:cubicBezTo>
                      <a:pt x="167150" y="408943"/>
                      <a:pt x="168904" y="343395"/>
                      <a:pt x="165331" y="278432"/>
                    </a:cubicBezTo>
                    <a:cubicBezTo>
                      <a:pt x="162928" y="234582"/>
                      <a:pt x="153833" y="200736"/>
                      <a:pt x="145777" y="170853"/>
                    </a:cubicBezTo>
                    <a:cubicBezTo>
                      <a:pt x="138502" y="143893"/>
                      <a:pt x="132265" y="120572"/>
                      <a:pt x="132265" y="95886"/>
                    </a:cubicBezTo>
                    <a:cubicBezTo>
                      <a:pt x="132265" y="43006"/>
                      <a:pt x="175271" y="0"/>
                      <a:pt x="228151" y="0"/>
                    </a:cubicBezTo>
                    <a:cubicBezTo>
                      <a:pt x="281031" y="0"/>
                      <a:pt x="324036" y="43006"/>
                      <a:pt x="324036" y="95886"/>
                    </a:cubicBezTo>
                    <a:cubicBezTo>
                      <a:pt x="324036" y="120572"/>
                      <a:pt x="317735" y="143893"/>
                      <a:pt x="310524" y="170853"/>
                    </a:cubicBezTo>
                    <a:cubicBezTo>
                      <a:pt x="302469" y="200736"/>
                      <a:pt x="293374" y="234582"/>
                      <a:pt x="290970" y="278432"/>
                    </a:cubicBezTo>
                    <a:cubicBezTo>
                      <a:pt x="287397" y="343395"/>
                      <a:pt x="289151" y="408878"/>
                      <a:pt x="351516" y="433499"/>
                    </a:cubicBezTo>
                    <a:lnTo>
                      <a:pt x="364963" y="438761"/>
                    </a:lnTo>
                    <a:cubicBezTo>
                      <a:pt x="419987" y="460199"/>
                      <a:pt x="456301" y="474361"/>
                      <a:pt x="456301" y="525682"/>
                    </a:cubicBezTo>
                    <a:lnTo>
                      <a:pt x="456301" y="608315"/>
                    </a:lnTo>
                    <a:cubicBezTo>
                      <a:pt x="456301" y="615591"/>
                      <a:pt x="450390" y="621503"/>
                      <a:pt x="443114" y="621503"/>
                    </a:cubicBezTo>
                    <a:close/>
                  </a:path>
                </a:pathLst>
              </a:custGeom>
              <a:solidFill>
                <a:srgbClr val="000000"/>
              </a:solidFill>
              <a:ln w="6491" cap="flat">
                <a:noFill/>
                <a:prstDash val="solid"/>
                <a:miter/>
              </a:ln>
            </p:spPr>
            <p:txBody>
              <a:bodyPr rtlCol="0" anchor="ctr"/>
              <a:lstStyle/>
              <a:p>
                <a:endParaRPr lang="en-AU"/>
              </a:p>
            </p:txBody>
          </p:sp>
          <p:sp>
            <p:nvSpPr>
              <p:cNvPr id="148" name="Freeform: Shape 147">
                <a:extLst>
                  <a:ext uri="{FF2B5EF4-FFF2-40B4-BE49-F238E27FC236}">
                    <a16:creationId xmlns:a16="http://schemas.microsoft.com/office/drawing/2014/main" id="{7AA66466-E41E-6855-35C1-7C2228EBF65C}"/>
                  </a:ext>
                </a:extLst>
              </p:cNvPr>
              <p:cNvSpPr/>
              <p:nvPr/>
            </p:nvSpPr>
            <p:spPr>
              <a:xfrm>
                <a:off x="3411052" y="3261610"/>
                <a:ext cx="290937" cy="241208"/>
              </a:xfrm>
              <a:custGeom>
                <a:avLst/>
                <a:gdLst>
                  <a:gd name="connsiteX0" fmla="*/ 112403 w 290937"/>
                  <a:gd name="connsiteY0" fmla="*/ 241208 h 241208"/>
                  <a:gd name="connsiteX1" fmla="*/ 103048 w 290937"/>
                  <a:gd name="connsiteY1" fmla="*/ 237311 h 241208"/>
                  <a:gd name="connsiteX2" fmla="*/ 3849 w 290937"/>
                  <a:gd name="connsiteY2" fmla="*/ 138112 h 241208"/>
                  <a:gd name="connsiteX3" fmla="*/ 3849 w 290937"/>
                  <a:gd name="connsiteY3" fmla="*/ 119402 h 241208"/>
                  <a:gd name="connsiteX4" fmla="*/ 53416 w 290937"/>
                  <a:gd name="connsiteY4" fmla="*/ 69835 h 241208"/>
                  <a:gd name="connsiteX5" fmla="*/ 72125 w 290937"/>
                  <a:gd name="connsiteY5" fmla="*/ 69835 h 241208"/>
                  <a:gd name="connsiteX6" fmla="*/ 112403 w 290937"/>
                  <a:gd name="connsiteY6" fmla="*/ 110113 h 241208"/>
                  <a:gd name="connsiteX7" fmla="*/ 218812 w 290937"/>
                  <a:gd name="connsiteY7" fmla="*/ 3703 h 241208"/>
                  <a:gd name="connsiteX8" fmla="*/ 237522 w 290937"/>
                  <a:gd name="connsiteY8" fmla="*/ 3703 h 241208"/>
                  <a:gd name="connsiteX9" fmla="*/ 287089 w 290937"/>
                  <a:gd name="connsiteY9" fmla="*/ 53270 h 241208"/>
                  <a:gd name="connsiteX10" fmla="*/ 287089 w 290937"/>
                  <a:gd name="connsiteY10" fmla="*/ 71979 h 241208"/>
                  <a:gd name="connsiteX11" fmla="*/ 121757 w 290937"/>
                  <a:gd name="connsiteY11" fmla="*/ 237311 h 241208"/>
                  <a:gd name="connsiteX12" fmla="*/ 112403 w 290937"/>
                  <a:gd name="connsiteY12" fmla="*/ 241208 h 241208"/>
                  <a:gd name="connsiteX13" fmla="*/ 31913 w 290937"/>
                  <a:gd name="connsiteY13" fmla="*/ 128822 h 241208"/>
                  <a:gd name="connsiteX14" fmla="*/ 112403 w 290937"/>
                  <a:gd name="connsiteY14" fmla="*/ 209311 h 241208"/>
                  <a:gd name="connsiteX15" fmla="*/ 259025 w 290937"/>
                  <a:gd name="connsiteY15" fmla="*/ 62689 h 241208"/>
                  <a:gd name="connsiteX16" fmla="*/ 228102 w 290937"/>
                  <a:gd name="connsiteY16" fmla="*/ 31767 h 241208"/>
                  <a:gd name="connsiteX17" fmla="*/ 121692 w 290937"/>
                  <a:gd name="connsiteY17" fmla="*/ 138177 h 241208"/>
                  <a:gd name="connsiteX18" fmla="*/ 102983 w 290937"/>
                  <a:gd name="connsiteY18" fmla="*/ 138177 h 241208"/>
                  <a:gd name="connsiteX19" fmla="*/ 62706 w 290937"/>
                  <a:gd name="connsiteY19" fmla="*/ 97899 h 241208"/>
                  <a:gd name="connsiteX20" fmla="*/ 31783 w 290937"/>
                  <a:gd name="connsiteY20" fmla="*/ 128822 h 241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0937" h="241208">
                    <a:moveTo>
                      <a:pt x="112403" y="241208"/>
                    </a:moveTo>
                    <a:cubicBezTo>
                      <a:pt x="109025" y="241208"/>
                      <a:pt x="105647" y="239909"/>
                      <a:pt x="103048" y="237311"/>
                    </a:cubicBezTo>
                    <a:lnTo>
                      <a:pt x="3849" y="138112"/>
                    </a:lnTo>
                    <a:cubicBezTo>
                      <a:pt x="-1283" y="132980"/>
                      <a:pt x="-1283" y="124599"/>
                      <a:pt x="3849" y="119402"/>
                    </a:cubicBezTo>
                    <a:lnTo>
                      <a:pt x="53416" y="69835"/>
                    </a:lnTo>
                    <a:cubicBezTo>
                      <a:pt x="58353" y="64898"/>
                      <a:pt x="67123" y="64898"/>
                      <a:pt x="72125" y="69835"/>
                    </a:cubicBezTo>
                    <a:lnTo>
                      <a:pt x="112403" y="110113"/>
                    </a:lnTo>
                    <a:lnTo>
                      <a:pt x="218812" y="3703"/>
                    </a:lnTo>
                    <a:cubicBezTo>
                      <a:pt x="223750" y="-1234"/>
                      <a:pt x="232520" y="-1234"/>
                      <a:pt x="237522" y="3703"/>
                    </a:cubicBezTo>
                    <a:lnTo>
                      <a:pt x="287089" y="53270"/>
                    </a:lnTo>
                    <a:cubicBezTo>
                      <a:pt x="292221" y="58402"/>
                      <a:pt x="292221" y="66782"/>
                      <a:pt x="287089" y="71979"/>
                    </a:cubicBezTo>
                    <a:lnTo>
                      <a:pt x="121757" y="237311"/>
                    </a:lnTo>
                    <a:cubicBezTo>
                      <a:pt x="119159" y="239909"/>
                      <a:pt x="115781" y="241208"/>
                      <a:pt x="112403" y="241208"/>
                    </a:cubicBezTo>
                    <a:close/>
                    <a:moveTo>
                      <a:pt x="31913" y="128822"/>
                    </a:moveTo>
                    <a:lnTo>
                      <a:pt x="112403" y="209311"/>
                    </a:lnTo>
                    <a:lnTo>
                      <a:pt x="259025" y="62689"/>
                    </a:lnTo>
                    <a:lnTo>
                      <a:pt x="228102" y="31767"/>
                    </a:lnTo>
                    <a:lnTo>
                      <a:pt x="121692" y="138177"/>
                    </a:lnTo>
                    <a:cubicBezTo>
                      <a:pt x="116755" y="143114"/>
                      <a:pt x="107985" y="143114"/>
                      <a:pt x="102983" y="138177"/>
                    </a:cubicBezTo>
                    <a:lnTo>
                      <a:pt x="62706" y="97899"/>
                    </a:lnTo>
                    <a:lnTo>
                      <a:pt x="31783" y="128822"/>
                    </a:lnTo>
                    <a:close/>
                  </a:path>
                </a:pathLst>
              </a:custGeom>
              <a:solidFill>
                <a:srgbClr val="000000"/>
              </a:solidFill>
              <a:ln w="6491" cap="flat">
                <a:noFill/>
                <a:prstDash val="solid"/>
                <a:miter/>
              </a:ln>
            </p:spPr>
            <p:txBody>
              <a:bodyPr rtlCol="0" anchor="ctr"/>
              <a:lstStyle/>
              <a:p>
                <a:endParaRPr lang="en-AU"/>
              </a:p>
            </p:txBody>
          </p:sp>
          <p:sp>
            <p:nvSpPr>
              <p:cNvPr id="149" name="Freeform: Shape 148">
                <a:extLst>
                  <a:ext uri="{FF2B5EF4-FFF2-40B4-BE49-F238E27FC236}">
                    <a16:creationId xmlns:a16="http://schemas.microsoft.com/office/drawing/2014/main" id="{8648EDC0-58F8-FE5D-47EB-0312499D9F61}"/>
                  </a:ext>
                </a:extLst>
              </p:cNvPr>
              <p:cNvSpPr/>
              <p:nvPr/>
            </p:nvSpPr>
            <p:spPr>
              <a:xfrm>
                <a:off x="3386261" y="3112779"/>
                <a:ext cx="431477" cy="522434"/>
              </a:xfrm>
              <a:custGeom>
                <a:avLst/>
                <a:gdLst>
                  <a:gd name="connsiteX0" fmla="*/ 170261 w 431477"/>
                  <a:gd name="connsiteY0" fmla="*/ 522304 h 522434"/>
                  <a:gd name="connsiteX1" fmla="*/ 145704 w 431477"/>
                  <a:gd name="connsiteY1" fmla="*/ 521135 h 522434"/>
                  <a:gd name="connsiteX2" fmla="*/ 133816 w 431477"/>
                  <a:gd name="connsiteY2" fmla="*/ 506778 h 522434"/>
                  <a:gd name="connsiteX3" fmla="*/ 148173 w 431477"/>
                  <a:gd name="connsiteY3" fmla="*/ 494890 h 522434"/>
                  <a:gd name="connsiteX4" fmla="*/ 170261 w 431477"/>
                  <a:gd name="connsiteY4" fmla="*/ 495929 h 522434"/>
                  <a:gd name="connsiteX5" fmla="*/ 405037 w 431477"/>
                  <a:gd name="connsiteY5" fmla="*/ 261152 h 522434"/>
                  <a:gd name="connsiteX6" fmla="*/ 170261 w 431477"/>
                  <a:gd name="connsiteY6" fmla="*/ 26375 h 522434"/>
                  <a:gd name="connsiteX7" fmla="*/ 21560 w 431477"/>
                  <a:gd name="connsiteY7" fmla="*/ 79450 h 522434"/>
                  <a:gd name="connsiteX8" fmla="*/ 2980 w 431477"/>
                  <a:gd name="connsiteY8" fmla="*/ 77631 h 522434"/>
                  <a:gd name="connsiteX9" fmla="*/ 4799 w 431477"/>
                  <a:gd name="connsiteY9" fmla="*/ 59052 h 522434"/>
                  <a:gd name="connsiteX10" fmla="*/ 170261 w 431477"/>
                  <a:gd name="connsiteY10" fmla="*/ 0 h 522434"/>
                  <a:gd name="connsiteX11" fmla="*/ 431478 w 431477"/>
                  <a:gd name="connsiteY11" fmla="*/ 261217 h 522434"/>
                  <a:gd name="connsiteX12" fmla="*/ 170261 w 431477"/>
                  <a:gd name="connsiteY12" fmla="*/ 522434 h 52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31477" h="522434">
                    <a:moveTo>
                      <a:pt x="170261" y="522304"/>
                    </a:moveTo>
                    <a:cubicBezTo>
                      <a:pt x="162075" y="522304"/>
                      <a:pt x="153825" y="521914"/>
                      <a:pt x="145704" y="521135"/>
                    </a:cubicBezTo>
                    <a:cubicBezTo>
                      <a:pt x="138428" y="520485"/>
                      <a:pt x="133102" y="513989"/>
                      <a:pt x="133816" y="506778"/>
                    </a:cubicBezTo>
                    <a:cubicBezTo>
                      <a:pt x="134466" y="499502"/>
                      <a:pt x="140832" y="494175"/>
                      <a:pt x="148173" y="494890"/>
                    </a:cubicBezTo>
                    <a:cubicBezTo>
                      <a:pt x="155449" y="495539"/>
                      <a:pt x="162920" y="495929"/>
                      <a:pt x="170261" y="495929"/>
                    </a:cubicBezTo>
                    <a:cubicBezTo>
                      <a:pt x="299732" y="495929"/>
                      <a:pt x="405037" y="390624"/>
                      <a:pt x="405037" y="261152"/>
                    </a:cubicBezTo>
                    <a:cubicBezTo>
                      <a:pt x="405037" y="131680"/>
                      <a:pt x="299732" y="26375"/>
                      <a:pt x="170261" y="26375"/>
                    </a:cubicBezTo>
                    <a:cubicBezTo>
                      <a:pt x="116146" y="26375"/>
                      <a:pt x="63331" y="45214"/>
                      <a:pt x="21560" y="79450"/>
                    </a:cubicBezTo>
                    <a:cubicBezTo>
                      <a:pt x="15908" y="84062"/>
                      <a:pt x="7593" y="83218"/>
                      <a:pt x="2980" y="77631"/>
                    </a:cubicBezTo>
                    <a:cubicBezTo>
                      <a:pt x="-1632" y="71979"/>
                      <a:pt x="-788" y="63664"/>
                      <a:pt x="4799" y="59052"/>
                    </a:cubicBezTo>
                    <a:cubicBezTo>
                      <a:pt x="51313" y="20983"/>
                      <a:pt x="110040" y="0"/>
                      <a:pt x="170261" y="0"/>
                    </a:cubicBezTo>
                    <a:cubicBezTo>
                      <a:pt x="314284" y="0"/>
                      <a:pt x="431478" y="117194"/>
                      <a:pt x="431478" y="261217"/>
                    </a:cubicBezTo>
                    <a:cubicBezTo>
                      <a:pt x="431478" y="405240"/>
                      <a:pt x="314284" y="522434"/>
                      <a:pt x="170261" y="522434"/>
                    </a:cubicBezTo>
                    <a:close/>
                  </a:path>
                </a:pathLst>
              </a:custGeom>
              <a:solidFill>
                <a:srgbClr val="000000"/>
              </a:solidFill>
              <a:ln w="6491" cap="flat">
                <a:noFill/>
                <a:prstDash val="solid"/>
                <a:miter/>
              </a:ln>
            </p:spPr>
            <p:txBody>
              <a:bodyPr rtlCol="0" anchor="ctr"/>
              <a:lstStyle/>
              <a:p>
                <a:endParaRPr lang="en-AU"/>
              </a:p>
            </p:txBody>
          </p:sp>
        </p:grpSp>
      </p:grpSp>
      <p:graphicFrame>
        <p:nvGraphicFramePr>
          <p:cNvPr id="151" name="Table 150">
            <a:extLst>
              <a:ext uri="{FF2B5EF4-FFF2-40B4-BE49-F238E27FC236}">
                <a16:creationId xmlns:a16="http://schemas.microsoft.com/office/drawing/2014/main" id="{03C721D2-4218-6F70-DAA7-4A2D56BAD09D}"/>
              </a:ext>
            </a:extLst>
          </p:cNvPr>
          <p:cNvGraphicFramePr>
            <a:graphicFrameLocks noGrp="1"/>
          </p:cNvGraphicFramePr>
          <p:nvPr>
            <p:extLst>
              <p:ext uri="{D42A27DB-BD31-4B8C-83A1-F6EECF244321}">
                <p14:modId xmlns:p14="http://schemas.microsoft.com/office/powerpoint/2010/main" val="2924181859"/>
              </p:ext>
            </p:extLst>
          </p:nvPr>
        </p:nvGraphicFramePr>
        <p:xfrm>
          <a:off x="6316154" y="1543604"/>
          <a:ext cx="5390071" cy="2934000"/>
        </p:xfrm>
        <a:graphic>
          <a:graphicData uri="http://schemas.openxmlformats.org/drawingml/2006/table">
            <a:tbl>
              <a:tblPr firstRow="1" bandRow="1">
                <a:tableStyleId>{00A15C55-8517-42AA-B614-E9B94910E393}</a:tableStyleId>
              </a:tblPr>
              <a:tblGrid>
                <a:gridCol w="1940573">
                  <a:extLst>
                    <a:ext uri="{9D8B030D-6E8A-4147-A177-3AD203B41FA5}">
                      <a16:colId xmlns:a16="http://schemas.microsoft.com/office/drawing/2014/main" val="3379468677"/>
                    </a:ext>
                  </a:extLst>
                </a:gridCol>
                <a:gridCol w="1212436">
                  <a:extLst>
                    <a:ext uri="{9D8B030D-6E8A-4147-A177-3AD203B41FA5}">
                      <a16:colId xmlns:a16="http://schemas.microsoft.com/office/drawing/2014/main" val="279447817"/>
                    </a:ext>
                  </a:extLst>
                </a:gridCol>
                <a:gridCol w="2237062">
                  <a:extLst>
                    <a:ext uri="{9D8B030D-6E8A-4147-A177-3AD203B41FA5}">
                      <a16:colId xmlns:a16="http://schemas.microsoft.com/office/drawing/2014/main" val="215804582"/>
                    </a:ext>
                  </a:extLst>
                </a:gridCol>
              </a:tblGrid>
              <a:tr h="360000">
                <a:tc gridSpan="3">
                  <a:txBody>
                    <a:bodyPr/>
                    <a:lstStyle/>
                    <a:p>
                      <a:r>
                        <a:rPr lang="en-AU" sz="1700">
                          <a:solidFill>
                            <a:schemeClr val="bg1"/>
                          </a:solidFill>
                          <a:latin typeface="+mn-lt"/>
                        </a:rPr>
                        <a:t>YSSB Detections</a:t>
                      </a:r>
                    </a:p>
                  </a:txBody>
                  <a:tcPr marL="96459" marR="96459" marT="48229" marB="48229" anchor="ctr">
                    <a:solidFill>
                      <a:srgbClr val="007B84"/>
                    </a:solidFill>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2004868537"/>
                  </a:ext>
                </a:extLst>
              </a:tr>
              <a:tr h="55800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sz="1700" b="1">
                        <a:solidFill>
                          <a:schemeClr val="tx1"/>
                        </a:solidFill>
                        <a:latin typeface="+mn-lt"/>
                      </a:endParaRPr>
                    </a:p>
                  </a:txBody>
                  <a:tcPr marL="96459" marR="96459" marT="48229" marB="48229">
                    <a:solidFill>
                      <a:srgbClr val="CBD6D8"/>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b="1">
                        <a:solidFill>
                          <a:schemeClr val="tx2"/>
                        </a:solidFill>
                      </a:endParaRPr>
                    </a:p>
                  </a:txBody>
                  <a:tcPr/>
                </a:tc>
                <a:tc>
                  <a:txBody>
                    <a:bodyPr/>
                    <a:lstStyle/>
                    <a:p>
                      <a:pPr algn="ctr"/>
                      <a:r>
                        <a:rPr lang="en-AU" sz="1400" b="1">
                          <a:solidFill>
                            <a:schemeClr val="tx1"/>
                          </a:solidFill>
                          <a:latin typeface="+mn-lt"/>
                        </a:rPr>
                        <a:t>2024-25</a:t>
                      </a:r>
                    </a:p>
                    <a:p>
                      <a:pPr algn="ctr"/>
                      <a:r>
                        <a:rPr lang="en-AU" sz="1400">
                          <a:solidFill>
                            <a:schemeClr val="tx1"/>
                          </a:solidFill>
                          <a:latin typeface="+mn-lt"/>
                        </a:rPr>
                        <a:t>1 Sept – 18 June</a:t>
                      </a:r>
                    </a:p>
                  </a:txBody>
                  <a:tcPr marL="90214" marR="90214" marT="45106" marB="45106" anchor="ctr">
                    <a:solidFill>
                      <a:srgbClr val="CBD6D8"/>
                    </a:solidFill>
                  </a:tcPr>
                </a:tc>
                <a:extLst>
                  <a:ext uri="{0D108BD9-81ED-4DB2-BD59-A6C34878D82A}">
                    <a16:rowId xmlns:a16="http://schemas.microsoft.com/office/drawing/2014/main" val="1804983875"/>
                  </a:ext>
                </a:extLst>
              </a:tr>
              <a:tr h="360000">
                <a:tc>
                  <a:txBody>
                    <a:bodyPr/>
                    <a:lstStyle/>
                    <a:p>
                      <a:endParaRPr lang="en-AU" sz="1400" b="1">
                        <a:solidFill>
                          <a:schemeClr val="tx1"/>
                        </a:solidFill>
                        <a:latin typeface="+mn-lt"/>
                      </a:endParaRPr>
                    </a:p>
                  </a:txBody>
                  <a:tcPr marL="90214" marR="90214" marT="45106" marB="45106">
                    <a:solidFill>
                      <a:srgbClr val="E7ECED"/>
                    </a:solidFill>
                  </a:tcPr>
                </a:tc>
                <a:tc>
                  <a:txBody>
                    <a:bodyPr/>
                    <a:lstStyle/>
                    <a:p>
                      <a:r>
                        <a:rPr lang="en-AU" sz="1600" b="1">
                          <a:solidFill>
                            <a:schemeClr val="tx1"/>
                          </a:solidFill>
                          <a:latin typeface="+mn-lt"/>
                        </a:rPr>
                        <a:t>Condition</a:t>
                      </a:r>
                      <a:endParaRPr lang="en-AU" sz="1400" b="1">
                        <a:solidFill>
                          <a:schemeClr val="tx1"/>
                        </a:solidFill>
                        <a:latin typeface="+mn-lt"/>
                      </a:endParaRPr>
                    </a:p>
                  </a:txBody>
                  <a:tcPr marL="90214" marR="90214" marT="45106" marB="45106">
                    <a:solidFill>
                      <a:srgbClr val="E7ECED"/>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1600" b="1" kern="1200">
                          <a:solidFill>
                            <a:schemeClr val="tx1"/>
                          </a:solidFill>
                          <a:latin typeface="+mn-lt"/>
                          <a:ea typeface="+mn-ea"/>
                          <a:cs typeface="+mn-cs"/>
                        </a:rPr>
                        <a:t>Number of Detections</a:t>
                      </a:r>
                      <a:endParaRPr lang="en-AU" sz="1700">
                        <a:solidFill>
                          <a:schemeClr val="tx1"/>
                        </a:solidFill>
                        <a:latin typeface="+mn-lt"/>
                      </a:endParaRPr>
                    </a:p>
                  </a:txBody>
                  <a:tcPr marL="90214" marR="90214" marT="45106" marB="45106">
                    <a:solidFill>
                      <a:srgbClr val="E7ECED"/>
                    </a:solidFill>
                  </a:tcPr>
                </a:tc>
                <a:extLst>
                  <a:ext uri="{0D108BD9-81ED-4DB2-BD59-A6C34878D82A}">
                    <a16:rowId xmlns:a16="http://schemas.microsoft.com/office/drawing/2014/main" val="3220628621"/>
                  </a:ext>
                </a:extLst>
              </a:tr>
              <a:tr h="324000">
                <a:tc rowSpan="2">
                  <a:txBody>
                    <a:bodyPr/>
                    <a:lstStyle/>
                    <a:p>
                      <a:r>
                        <a:rPr lang="en-AU" sz="1600" b="1">
                          <a:solidFill>
                            <a:schemeClr val="tx1"/>
                          </a:solidFill>
                          <a:latin typeface="+mn-lt"/>
                        </a:rPr>
                        <a:t>Biosecurity Intervention Point</a:t>
                      </a:r>
                    </a:p>
                  </a:txBody>
                  <a:tcPr marL="96459" marR="96459" marT="48229" marB="48229" anchor="ctr">
                    <a:solidFill>
                      <a:srgbClr val="CBD6D8"/>
                    </a:solidFill>
                  </a:tcPr>
                </a:tc>
                <a:tc>
                  <a:txBody>
                    <a:bodyPr/>
                    <a:lstStyle/>
                    <a:p>
                      <a:r>
                        <a:rPr lang="en-AU" sz="1400" b="0">
                          <a:solidFill>
                            <a:schemeClr val="tx1"/>
                          </a:solidFill>
                          <a:latin typeface="+mn-lt"/>
                        </a:rPr>
                        <a:t>Alive</a:t>
                      </a:r>
                    </a:p>
                  </a:txBody>
                  <a:tcPr marL="90214" marR="90214" marT="45106" marB="45106" anchor="ctr">
                    <a:solidFill>
                      <a:srgbClr val="CBD6D8"/>
                    </a:solidFill>
                  </a:tcPr>
                </a:tc>
                <a:tc>
                  <a:txBody>
                    <a:bodyPr/>
                    <a:lstStyle/>
                    <a:p>
                      <a:pPr algn="r">
                        <a:spcBef>
                          <a:spcPts val="600"/>
                        </a:spcBef>
                      </a:pPr>
                      <a:r>
                        <a:rPr lang="en-AU" sz="1400" b="0">
                          <a:solidFill>
                            <a:schemeClr val="tx1"/>
                          </a:solidFill>
                          <a:effectLst/>
                          <a:latin typeface="+mn-lt"/>
                          <a:ea typeface="Calibri" panose="020F0502020204030204" pitchFamily="34" charset="0"/>
                          <a:cs typeface="Times New Roman" panose="02020603050405020304" pitchFamily="18" charset="0"/>
                        </a:rPr>
                        <a:t>24</a:t>
                      </a:r>
                    </a:p>
                  </a:txBody>
                  <a:tcPr marL="67659" marR="67659" marT="0" marB="0" anchor="ctr">
                    <a:solidFill>
                      <a:srgbClr val="CBD6D8"/>
                    </a:solidFill>
                  </a:tcPr>
                </a:tc>
                <a:extLst>
                  <a:ext uri="{0D108BD9-81ED-4DB2-BD59-A6C34878D82A}">
                    <a16:rowId xmlns:a16="http://schemas.microsoft.com/office/drawing/2014/main" val="2945114061"/>
                  </a:ext>
                </a:extLst>
              </a:tr>
              <a:tr h="324000">
                <a:tc vMerge="1">
                  <a:txBody>
                    <a:bodyPr/>
                    <a:lstStyle/>
                    <a:p>
                      <a:endParaRPr lang="en-AU"/>
                    </a:p>
                  </a:txBody>
                  <a:tcPr/>
                </a:tc>
                <a:tc>
                  <a:txBody>
                    <a:bodyPr/>
                    <a:lstStyle/>
                    <a:p>
                      <a:r>
                        <a:rPr lang="en-AU" sz="1400" b="0">
                          <a:solidFill>
                            <a:schemeClr val="tx1"/>
                          </a:solidFill>
                          <a:latin typeface="+mn-lt"/>
                        </a:rPr>
                        <a:t>Dead</a:t>
                      </a:r>
                    </a:p>
                  </a:txBody>
                  <a:tcPr marL="90214" marR="90214" marT="45106" marB="45106" anchor="ctr">
                    <a:solidFill>
                      <a:srgbClr val="CBD6D8"/>
                    </a:solidFill>
                  </a:tcPr>
                </a:tc>
                <a:tc>
                  <a:txBody>
                    <a:bodyPr/>
                    <a:lstStyle/>
                    <a:p>
                      <a:pPr algn="r">
                        <a:spcBef>
                          <a:spcPts val="600"/>
                        </a:spcBef>
                      </a:pPr>
                      <a:r>
                        <a:rPr lang="en-AU" sz="1400" b="0">
                          <a:solidFill>
                            <a:schemeClr val="tx1"/>
                          </a:solidFill>
                          <a:effectLst/>
                          <a:latin typeface="+mn-lt"/>
                          <a:ea typeface="Calibri" panose="020F0502020204030204" pitchFamily="34" charset="0"/>
                          <a:cs typeface="Times New Roman" panose="02020603050405020304" pitchFamily="18" charset="0"/>
                        </a:rPr>
                        <a:t>97</a:t>
                      </a:r>
                    </a:p>
                  </a:txBody>
                  <a:tcPr marL="67659" marR="67659" marT="0" marB="0" anchor="ctr">
                    <a:solidFill>
                      <a:srgbClr val="CBD6D8"/>
                    </a:solidFill>
                  </a:tcPr>
                </a:tc>
                <a:extLst>
                  <a:ext uri="{0D108BD9-81ED-4DB2-BD59-A6C34878D82A}">
                    <a16:rowId xmlns:a16="http://schemas.microsoft.com/office/drawing/2014/main" val="1974833785"/>
                  </a:ext>
                </a:extLst>
              </a:tr>
              <a:tr h="324000">
                <a:tc rowSpan="2">
                  <a:txBody>
                    <a:bodyPr/>
                    <a:lstStyle/>
                    <a:p>
                      <a:r>
                        <a:rPr lang="en-AU" sz="1600" b="1">
                          <a:solidFill>
                            <a:schemeClr val="tx1"/>
                          </a:solidFill>
                          <a:latin typeface="+mn-lt"/>
                        </a:rPr>
                        <a:t>Post Biosecurity</a:t>
                      </a:r>
                    </a:p>
                  </a:txBody>
                  <a:tcPr marL="96459" marR="96459" marT="48229" marB="48229" anchor="ctr">
                    <a:lnB w="12700" cap="flat" cmpd="sng" algn="ctr">
                      <a:solidFill>
                        <a:schemeClr val="tx1"/>
                      </a:solidFill>
                      <a:prstDash val="solid"/>
                      <a:round/>
                      <a:headEnd type="none" w="med" len="med"/>
                      <a:tailEnd type="none" w="med" len="med"/>
                    </a:lnB>
                    <a:solidFill>
                      <a:srgbClr val="E7ECED"/>
                    </a:solidFill>
                  </a:tcPr>
                </a:tc>
                <a:tc>
                  <a:txBody>
                    <a:bodyPr/>
                    <a:lstStyle/>
                    <a:p>
                      <a:r>
                        <a:rPr lang="en-AU" sz="1400" b="0">
                          <a:solidFill>
                            <a:schemeClr val="tx1"/>
                          </a:solidFill>
                          <a:latin typeface="+mn-lt"/>
                        </a:rPr>
                        <a:t>Alive</a:t>
                      </a:r>
                    </a:p>
                  </a:txBody>
                  <a:tcPr marL="90214" marR="90214" marT="45106" marB="45106" anchor="ctr">
                    <a:solidFill>
                      <a:srgbClr val="E7ECED"/>
                    </a:solidFill>
                  </a:tcPr>
                </a:tc>
                <a:tc>
                  <a:txBody>
                    <a:bodyPr/>
                    <a:lstStyle/>
                    <a:p>
                      <a:pPr algn="r">
                        <a:spcBef>
                          <a:spcPts val="600"/>
                        </a:spcBef>
                      </a:pPr>
                      <a:r>
                        <a:rPr lang="en-AU" sz="1400" b="0">
                          <a:solidFill>
                            <a:schemeClr val="tx1"/>
                          </a:solidFill>
                          <a:effectLst/>
                          <a:latin typeface="+mn-lt"/>
                          <a:ea typeface="Calibri" panose="020F0502020204030204" pitchFamily="34" charset="0"/>
                          <a:cs typeface="Times New Roman" panose="02020603050405020304" pitchFamily="18" charset="0"/>
                        </a:rPr>
                        <a:t>2</a:t>
                      </a:r>
                    </a:p>
                  </a:txBody>
                  <a:tcPr marL="67659" marR="67659" marT="0" marB="0" anchor="ctr">
                    <a:solidFill>
                      <a:srgbClr val="E7ECED"/>
                    </a:solidFill>
                  </a:tcPr>
                </a:tc>
                <a:extLst>
                  <a:ext uri="{0D108BD9-81ED-4DB2-BD59-A6C34878D82A}">
                    <a16:rowId xmlns:a16="http://schemas.microsoft.com/office/drawing/2014/main" val="750547510"/>
                  </a:ext>
                </a:extLst>
              </a:tr>
              <a:tr h="324000">
                <a:tc vMerge="1">
                  <a:txBody>
                    <a:bodyPr/>
                    <a:lstStyle/>
                    <a:p>
                      <a:endParaRPr lang="en-AU"/>
                    </a:p>
                  </a:txBody>
                  <a:tcPr/>
                </a:tc>
                <a:tc>
                  <a:txBody>
                    <a:bodyPr/>
                    <a:lstStyle/>
                    <a:p>
                      <a:r>
                        <a:rPr lang="en-AU" sz="1400" b="0">
                          <a:solidFill>
                            <a:schemeClr val="tx1"/>
                          </a:solidFill>
                          <a:latin typeface="+mn-lt"/>
                        </a:rPr>
                        <a:t>Dead</a:t>
                      </a:r>
                    </a:p>
                  </a:txBody>
                  <a:tcPr marL="90214" marR="90214" marT="45106" marB="45106" anchor="ctr">
                    <a:lnB w="12700" cap="flat" cmpd="sng" algn="ctr">
                      <a:solidFill>
                        <a:schemeClr val="tx1"/>
                      </a:solidFill>
                      <a:prstDash val="solid"/>
                      <a:round/>
                      <a:headEnd type="none" w="med" len="med"/>
                      <a:tailEnd type="none" w="med" len="med"/>
                    </a:lnB>
                    <a:solidFill>
                      <a:srgbClr val="E7ECED"/>
                    </a:solidFill>
                  </a:tcPr>
                </a:tc>
                <a:tc>
                  <a:txBody>
                    <a:bodyPr/>
                    <a:lstStyle/>
                    <a:p>
                      <a:pPr algn="r">
                        <a:spcBef>
                          <a:spcPts val="600"/>
                        </a:spcBef>
                      </a:pPr>
                      <a:r>
                        <a:rPr lang="en-AU" sz="1400" b="0">
                          <a:solidFill>
                            <a:schemeClr val="tx1"/>
                          </a:solidFill>
                          <a:effectLst/>
                          <a:latin typeface="+mn-lt"/>
                          <a:ea typeface="Times New Roman" panose="02020603050405020304" pitchFamily="18" charset="0"/>
                          <a:cs typeface="Times New Roman" panose="02020603050405020304" pitchFamily="18" charset="0"/>
                        </a:rPr>
                        <a:t>0</a:t>
                      </a:r>
                      <a:endParaRPr lang="en-AU" sz="1400" b="0">
                        <a:solidFill>
                          <a:schemeClr val="tx1"/>
                        </a:solidFill>
                        <a:effectLst/>
                        <a:latin typeface="+mn-lt"/>
                        <a:ea typeface="Calibri" panose="020F0502020204030204" pitchFamily="34" charset="0"/>
                        <a:cs typeface="Times New Roman" panose="02020603050405020304" pitchFamily="18" charset="0"/>
                      </a:endParaRPr>
                    </a:p>
                  </a:txBody>
                  <a:tcPr marL="67659" marR="67659" marT="0" marB="0" anchor="ctr">
                    <a:lnB w="12700" cap="flat" cmpd="sng" algn="ctr">
                      <a:solidFill>
                        <a:schemeClr val="tx1"/>
                      </a:solidFill>
                      <a:prstDash val="solid"/>
                      <a:round/>
                      <a:headEnd type="none" w="med" len="med"/>
                      <a:tailEnd type="none" w="med" len="med"/>
                    </a:lnB>
                    <a:solidFill>
                      <a:srgbClr val="E7ECED"/>
                    </a:solidFill>
                  </a:tcPr>
                </a:tc>
                <a:extLst>
                  <a:ext uri="{0D108BD9-81ED-4DB2-BD59-A6C34878D82A}">
                    <a16:rowId xmlns:a16="http://schemas.microsoft.com/office/drawing/2014/main" val="944107791"/>
                  </a:ext>
                </a:extLst>
              </a:tr>
              <a:tr h="360000">
                <a:tc gridSpan="2">
                  <a:txBody>
                    <a:bodyPr/>
                    <a:lstStyle/>
                    <a:p>
                      <a:r>
                        <a:rPr lang="en-AU" sz="1600" b="1">
                          <a:solidFill>
                            <a:schemeClr val="tx1"/>
                          </a:solidFill>
                          <a:latin typeface="+mn-lt"/>
                        </a:rPr>
                        <a:t>Total</a:t>
                      </a:r>
                    </a:p>
                  </a:txBody>
                  <a:tcPr marL="96459" marR="96459" marT="48229" marB="48229" anchor="ctr">
                    <a:lnT w="12700" cap="flat" cmpd="sng" algn="ctr">
                      <a:solidFill>
                        <a:schemeClr val="tx1"/>
                      </a:solidFill>
                      <a:prstDash val="solid"/>
                      <a:round/>
                      <a:headEnd type="none" w="med" len="med"/>
                      <a:tailEnd type="none" w="med" len="med"/>
                    </a:lnT>
                    <a:solidFill>
                      <a:srgbClr val="CBD6D8"/>
                    </a:solidFill>
                  </a:tcPr>
                </a:tc>
                <a:tc hMerge="1">
                  <a:txBody>
                    <a:bodyPr/>
                    <a:lstStyle/>
                    <a:p>
                      <a:endParaRPr lang="en-AU" b="1">
                        <a:solidFill>
                          <a:schemeClr val="tx2"/>
                        </a:solidFill>
                      </a:endParaRPr>
                    </a:p>
                  </a:txBody>
                  <a:tcPr>
                    <a:lnT w="12700" cap="flat" cmpd="sng" algn="ctr">
                      <a:solidFill>
                        <a:schemeClr val="tx2"/>
                      </a:solidFill>
                      <a:prstDash val="solid"/>
                      <a:round/>
                      <a:headEnd type="none" w="med" len="med"/>
                      <a:tailEnd type="none" w="med" len="med"/>
                    </a:lnT>
                  </a:tcPr>
                </a:tc>
                <a:tc>
                  <a:txBody>
                    <a:bodyPr/>
                    <a:lstStyle/>
                    <a:p>
                      <a:pPr algn="r"/>
                      <a:r>
                        <a:rPr lang="en-AU" sz="1600" b="1">
                          <a:solidFill>
                            <a:schemeClr val="tx1"/>
                          </a:solidFill>
                          <a:latin typeface="+mn-lt"/>
                        </a:rPr>
                        <a:t>123</a:t>
                      </a:r>
                    </a:p>
                  </a:txBody>
                  <a:tcPr marL="90214" marR="90214" marT="45106" marB="45106" anchor="ctr">
                    <a:lnT w="12700" cap="flat" cmpd="sng" algn="ctr">
                      <a:solidFill>
                        <a:schemeClr val="tx1"/>
                      </a:solidFill>
                      <a:prstDash val="solid"/>
                      <a:round/>
                      <a:headEnd type="none" w="med" len="med"/>
                      <a:tailEnd type="none" w="med" len="med"/>
                    </a:lnT>
                    <a:solidFill>
                      <a:srgbClr val="CBD6D8"/>
                    </a:solidFill>
                  </a:tcPr>
                </a:tc>
                <a:extLst>
                  <a:ext uri="{0D108BD9-81ED-4DB2-BD59-A6C34878D82A}">
                    <a16:rowId xmlns:a16="http://schemas.microsoft.com/office/drawing/2014/main" val="2579271683"/>
                  </a:ext>
                </a:extLst>
              </a:tr>
            </a:tbl>
          </a:graphicData>
        </a:graphic>
      </p:graphicFrame>
      <p:pic>
        <p:nvPicPr>
          <p:cNvPr id="153" name="Picture 152">
            <a:extLst>
              <a:ext uri="{FF2B5EF4-FFF2-40B4-BE49-F238E27FC236}">
                <a16:creationId xmlns:a16="http://schemas.microsoft.com/office/drawing/2014/main" id="{003DB84E-D6A6-A89D-274D-084DBEB8AB17}"/>
              </a:ext>
              <a:ext uri="{C183D7F6-B498-43B3-948B-1728B52AA6E4}">
                <adec:decorative xmlns:adec="http://schemas.microsoft.com/office/drawing/2017/decorative" val="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rot="18800041">
            <a:off x="7817540" y="-255468"/>
            <a:ext cx="1627663" cy="1627532"/>
          </a:xfrm>
          <a:prstGeom prst="rect">
            <a:avLst/>
          </a:prstGeom>
        </p:spPr>
      </p:pic>
      <p:pic>
        <p:nvPicPr>
          <p:cNvPr id="154" name="Picture 153">
            <a:extLst>
              <a:ext uri="{FF2B5EF4-FFF2-40B4-BE49-F238E27FC236}">
                <a16:creationId xmlns:a16="http://schemas.microsoft.com/office/drawing/2014/main" id="{A22E556B-4D04-B2F7-7728-3F33B1E7E20F}"/>
              </a:ext>
              <a:ext uri="{C183D7F6-B498-43B3-948B-1728B52AA6E4}">
                <adec:decorative xmlns:adec="http://schemas.microsoft.com/office/drawing/2017/decorative" val="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rot="14922172">
            <a:off x="9902807" y="258140"/>
            <a:ext cx="1144087" cy="1143995"/>
          </a:xfrm>
          <a:prstGeom prst="rect">
            <a:avLst/>
          </a:prstGeom>
        </p:spPr>
      </p:pic>
      <p:pic>
        <p:nvPicPr>
          <p:cNvPr id="155" name="Picture 154">
            <a:extLst>
              <a:ext uri="{FF2B5EF4-FFF2-40B4-BE49-F238E27FC236}">
                <a16:creationId xmlns:a16="http://schemas.microsoft.com/office/drawing/2014/main" id="{D293BA7D-FDFB-C875-704E-5D1179B83B4B}"/>
              </a:ext>
              <a:ext uri="{C183D7F6-B498-43B3-948B-1728B52AA6E4}">
                <adec:decorative xmlns:adec="http://schemas.microsoft.com/office/drawing/2017/decorative" val="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rot="12298006">
            <a:off x="11470697" y="-92414"/>
            <a:ext cx="804036" cy="803971"/>
          </a:xfrm>
          <a:prstGeom prst="rect">
            <a:avLst/>
          </a:prstGeom>
        </p:spPr>
      </p:pic>
    </p:spTree>
    <p:extLst>
      <p:ext uri="{BB962C8B-B14F-4D97-AF65-F5344CB8AC3E}">
        <p14:creationId xmlns:p14="http://schemas.microsoft.com/office/powerpoint/2010/main" val="36018997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33FC1-BEF7-5622-5D84-4EDE8B5ACFB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9C33575-26FD-5283-5A2A-2EE4209AE03A}"/>
              </a:ext>
              <a:ext uri="{C183D7F6-B498-43B3-948B-1728B52AA6E4}">
                <adec:decorative xmlns:adec="http://schemas.microsoft.com/office/drawing/2017/decorative" val="1"/>
              </a:ext>
            </a:extLst>
          </p:cNvPr>
          <p:cNvPicPr>
            <a:picLocks noChangeAspect="1"/>
          </p:cNvPicPr>
          <p:nvPr/>
        </p:nvPicPr>
        <p:blipFill rotWithShape="1">
          <a:blip r:embed="rId3">
            <a:alphaModFix/>
            <a:extLst>
              <a:ext uri="{28A0092B-C50C-407E-A947-70E740481C1C}">
                <a14:useLocalDpi xmlns:a14="http://schemas.microsoft.com/office/drawing/2010/main" val="0"/>
              </a:ext>
            </a:extLst>
          </a:blip>
          <a:srcRect l="-181" t="-1274" r="24419" b="24642"/>
          <a:stretch/>
        </p:blipFill>
        <p:spPr>
          <a:xfrm rot="16200000">
            <a:off x="8659905" y="-17111"/>
            <a:ext cx="3532096" cy="3566319"/>
          </a:xfrm>
          <a:prstGeom prst="rect">
            <a:avLst/>
          </a:prstGeom>
        </p:spPr>
      </p:pic>
      <p:sp>
        <p:nvSpPr>
          <p:cNvPr id="2" name="Text Placeholder 4">
            <a:extLst>
              <a:ext uri="{FF2B5EF4-FFF2-40B4-BE49-F238E27FC236}">
                <a16:creationId xmlns:a16="http://schemas.microsoft.com/office/drawing/2014/main" id="{183826B8-6B38-193D-F744-490186107A59}"/>
              </a:ext>
            </a:extLst>
          </p:cNvPr>
          <p:cNvSpPr txBox="1">
            <a:spLocks noGrp="1"/>
          </p:cNvSpPr>
          <p:nvPr>
            <p:ph type="title" idx="4294967295"/>
          </p:nvPr>
        </p:nvSpPr>
        <p:spPr>
          <a:xfrm>
            <a:off x="689679" y="821327"/>
            <a:ext cx="9208465" cy="58694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4000" b="1" i="0" u="none" strike="noStrike" kern="1200" cap="none" spc="0" normalizeH="0" baseline="0" noProof="0">
                <a:ln>
                  <a:noFill/>
                </a:ln>
                <a:solidFill>
                  <a:schemeClr val="tx1"/>
                </a:solidFill>
                <a:effectLst/>
                <a:uLnTx/>
                <a:uFillTx/>
                <a:latin typeface="+mn-lt"/>
                <a:ea typeface="+mn-ea"/>
                <a:cs typeface="+mn-cs"/>
              </a:rPr>
              <a:t>2025-26 BMSB Seasonal Measures</a:t>
            </a:r>
            <a:endParaRPr kumimoji="0" lang="en-AU" sz="4800" b="1" i="0" u="none" strike="noStrike" kern="1200" cap="none" spc="0" normalizeH="0" baseline="0" noProof="0">
              <a:ln>
                <a:noFill/>
              </a:ln>
              <a:solidFill>
                <a:schemeClr val="tx1"/>
              </a:solidFill>
              <a:effectLst/>
              <a:uLnTx/>
              <a:uFillTx/>
              <a:latin typeface="+mn-lt"/>
              <a:ea typeface="+mn-ea"/>
              <a:cs typeface="+mn-cs"/>
            </a:endParaRPr>
          </a:p>
        </p:txBody>
      </p:sp>
      <p:sp>
        <p:nvSpPr>
          <p:cNvPr id="3" name="Text Placeholder 3">
            <a:extLst>
              <a:ext uri="{FF2B5EF4-FFF2-40B4-BE49-F238E27FC236}">
                <a16:creationId xmlns:a16="http://schemas.microsoft.com/office/drawing/2014/main" id="{934ACBEB-AC82-B580-E6D7-2877E8FB32E5}"/>
              </a:ext>
            </a:extLst>
          </p:cNvPr>
          <p:cNvSpPr txBox="1">
            <a:spLocks/>
          </p:cNvSpPr>
          <p:nvPr/>
        </p:nvSpPr>
        <p:spPr>
          <a:xfrm>
            <a:off x="689679" y="1634706"/>
            <a:ext cx="10235987" cy="480542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000"/>
              </a:spcAft>
            </a:pPr>
            <a:r>
              <a:rPr lang="en-AU" altLang="en-US" sz="1800">
                <a:cs typeface="Calibri" panose="020F0502020204030204" pitchFamily="34" charset="0"/>
              </a:rPr>
              <a:t>Measures apply to goods shipped between </a:t>
            </a:r>
            <a:r>
              <a:rPr lang="en-AU" altLang="en-US" sz="1800" b="1">
                <a:cs typeface="Calibri" panose="020F0502020204030204" pitchFamily="34" charset="0"/>
              </a:rPr>
              <a:t>1 September and 30 April </a:t>
            </a:r>
            <a:r>
              <a:rPr lang="en-AU" altLang="en-US" sz="1800">
                <a:cs typeface="Calibri" panose="020F0502020204030204" pitchFamily="34" charset="0"/>
              </a:rPr>
              <a:t>(inclusive) as sea cargo.</a:t>
            </a:r>
            <a:br>
              <a:rPr lang="en-AU" altLang="en-US" sz="1800">
                <a:cs typeface="Calibri" panose="020F0502020204030204" pitchFamily="34" charset="0"/>
              </a:rPr>
            </a:br>
            <a:r>
              <a:rPr lang="en-AU" altLang="en-US" sz="1800">
                <a:cs typeface="Calibri" panose="020F0502020204030204" pitchFamily="34" charset="0"/>
              </a:rPr>
              <a:t>Any target high risk or target risk goods manufactured in, or shipped from a target risk </a:t>
            </a:r>
            <a:br>
              <a:rPr lang="en-AU" altLang="en-US" sz="1800">
                <a:cs typeface="Calibri" panose="020F0502020204030204" pitchFamily="34" charset="0"/>
              </a:rPr>
            </a:br>
            <a:r>
              <a:rPr lang="en-AU" altLang="en-US" sz="1800">
                <a:cs typeface="Calibri" panose="020F0502020204030204" pitchFamily="34" charset="0"/>
              </a:rPr>
              <a:t>country are subject to the BMSB seasonal measures:</a:t>
            </a:r>
          </a:p>
          <a:p>
            <a:pPr marL="1428750" lvl="2" indent="-285750">
              <a:lnSpc>
                <a:spcPct val="100000"/>
              </a:lnSpc>
              <a:spcAft>
                <a:spcPts val="1000"/>
              </a:spcAft>
              <a:buFont typeface="Wingdings" panose="05000000000000000000" pitchFamily="2" charset="2"/>
              <a:buChar char="Ø"/>
            </a:pPr>
            <a:r>
              <a:rPr lang="en-AU" altLang="en-US" sz="1800" b="1">
                <a:cs typeface="Calibri" panose="020F0502020204030204" pitchFamily="34" charset="0"/>
              </a:rPr>
              <a:t>Target high risk goods </a:t>
            </a:r>
            <a:r>
              <a:rPr lang="en-AU" altLang="en-US" sz="1800">
                <a:cs typeface="Calibri" panose="020F0502020204030204" pitchFamily="34" charset="0"/>
              </a:rPr>
              <a:t>– mandatory treatment</a:t>
            </a:r>
          </a:p>
          <a:p>
            <a:pPr marL="1428750" lvl="2" indent="-285750">
              <a:lnSpc>
                <a:spcPct val="100000"/>
              </a:lnSpc>
              <a:spcAft>
                <a:spcPts val="1000"/>
              </a:spcAft>
              <a:buFont typeface="Wingdings" panose="05000000000000000000" pitchFamily="2" charset="2"/>
              <a:buChar char="Ø"/>
            </a:pPr>
            <a:r>
              <a:rPr lang="en-AU" altLang="en-US" sz="1800" b="1">
                <a:cs typeface="Calibri" panose="020F0502020204030204" pitchFamily="34" charset="0"/>
              </a:rPr>
              <a:t>Target risk goods </a:t>
            </a:r>
            <a:r>
              <a:rPr lang="en-AU" altLang="en-US" sz="1800">
                <a:cs typeface="Calibri" panose="020F0502020204030204" pitchFamily="34" charset="0"/>
              </a:rPr>
              <a:t>– subject to random inspection</a:t>
            </a:r>
          </a:p>
          <a:p>
            <a:pPr>
              <a:lnSpc>
                <a:spcPct val="100000"/>
              </a:lnSpc>
              <a:spcAft>
                <a:spcPts val="1000"/>
              </a:spcAft>
            </a:pPr>
            <a:r>
              <a:rPr lang="en-AU" altLang="en-US" sz="1800">
                <a:cs typeface="Calibri" panose="020F0502020204030204" pitchFamily="34" charset="0"/>
              </a:rPr>
              <a:t>Any vessel that berths at, loads or tranships goods from these countries are also subject to heightened vessel surveillance.</a:t>
            </a:r>
          </a:p>
          <a:p>
            <a:pPr>
              <a:lnSpc>
                <a:spcPct val="100000"/>
              </a:lnSpc>
            </a:pPr>
            <a:r>
              <a:rPr lang="en-AU" sz="1800" b="1"/>
              <a:t>Japan</a:t>
            </a:r>
            <a:r>
              <a:rPr lang="en-AU" sz="1800"/>
              <a:t> and </a:t>
            </a:r>
            <a:r>
              <a:rPr lang="en-AU" sz="1800" b="1"/>
              <a:t>Republic of Korea </a:t>
            </a:r>
            <a:r>
              <a:rPr lang="en-AU" sz="1800"/>
              <a:t>have been added to the emerging risk country list along with </a:t>
            </a:r>
            <a:br>
              <a:rPr lang="en-AU" sz="1800"/>
            </a:br>
            <a:r>
              <a:rPr lang="en-AU" sz="1800"/>
              <a:t>the </a:t>
            </a:r>
            <a:r>
              <a:rPr lang="en-AU" sz="1800" b="1"/>
              <a:t>United Kingdom </a:t>
            </a:r>
            <a:r>
              <a:rPr lang="en-AU" sz="1800"/>
              <a:t>and </a:t>
            </a:r>
            <a:r>
              <a:rPr lang="en-AU" sz="1800" b="1"/>
              <a:t>China.</a:t>
            </a:r>
          </a:p>
          <a:p>
            <a:pPr>
              <a:lnSpc>
                <a:spcPct val="100000"/>
              </a:lnSpc>
            </a:pPr>
            <a:r>
              <a:rPr lang="en-AU" sz="1800"/>
              <a:t>Airfreight from </a:t>
            </a:r>
            <a:r>
              <a:rPr lang="en-AU" sz="1800" b="1"/>
              <a:t>USA</a:t>
            </a:r>
            <a:r>
              <a:rPr lang="en-AU" sz="1800"/>
              <a:t> and </a:t>
            </a:r>
            <a:r>
              <a:rPr lang="en-AU" sz="1800" b="1"/>
              <a:t>China</a:t>
            </a:r>
            <a:r>
              <a:rPr lang="en-AU" sz="1800"/>
              <a:t> will now be subject to random verification inspections.</a:t>
            </a:r>
          </a:p>
          <a:p>
            <a:pPr>
              <a:lnSpc>
                <a:spcPts val="2300"/>
              </a:lnSpc>
              <a:spcAft>
                <a:spcPts val="1000"/>
              </a:spcAft>
            </a:pPr>
            <a:endParaRPr lang="en-AU" altLang="en-US" sz="1800">
              <a:cs typeface="Calibri" panose="020F0502020204030204" pitchFamily="34" charset="0"/>
            </a:endParaRPr>
          </a:p>
        </p:txBody>
      </p:sp>
      <p:pic>
        <p:nvPicPr>
          <p:cNvPr id="7" name="Picture 6">
            <a:extLst>
              <a:ext uri="{FF2B5EF4-FFF2-40B4-BE49-F238E27FC236}">
                <a16:creationId xmlns:a16="http://schemas.microsoft.com/office/drawing/2014/main" id="{9403D88B-56BA-98AD-1501-ABFC2352B244}"/>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19527" flipH="1">
            <a:off x="8895169" y="3868530"/>
            <a:ext cx="3150000" cy="3149746"/>
          </a:xfrm>
          <a:prstGeom prst="rect">
            <a:avLst/>
          </a:prstGeom>
        </p:spPr>
      </p:pic>
    </p:spTree>
    <p:extLst>
      <p:ext uri="{BB962C8B-B14F-4D97-AF65-F5344CB8AC3E}">
        <p14:creationId xmlns:p14="http://schemas.microsoft.com/office/powerpoint/2010/main" val="25277911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75FBF-253A-5B05-DCE3-FDA5B08802CB}"/>
            </a:ext>
          </a:extLst>
        </p:cNvPr>
        <p:cNvGrpSpPr/>
        <p:nvPr/>
      </p:nvGrpSpPr>
      <p:grpSpPr>
        <a:xfrm>
          <a:off x="0" y="0"/>
          <a:ext cx="0" cy="0"/>
          <a:chOff x="0" y="0"/>
          <a:chExt cx="0" cy="0"/>
        </a:xfrm>
      </p:grpSpPr>
      <p:sp>
        <p:nvSpPr>
          <p:cNvPr id="2" name="Text Placeholder 4">
            <a:extLst>
              <a:ext uri="{FF2B5EF4-FFF2-40B4-BE49-F238E27FC236}">
                <a16:creationId xmlns:a16="http://schemas.microsoft.com/office/drawing/2014/main" id="{093F2778-0BCC-6620-4522-31D1951F0291}"/>
              </a:ext>
            </a:extLst>
          </p:cNvPr>
          <p:cNvSpPr txBox="1">
            <a:spLocks noGrp="1"/>
          </p:cNvSpPr>
          <p:nvPr>
            <p:ph type="title" idx="4294967295"/>
          </p:nvPr>
        </p:nvSpPr>
        <p:spPr>
          <a:xfrm>
            <a:off x="689679" y="821327"/>
            <a:ext cx="9208465" cy="58694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4000" b="1" i="0" u="none" strike="noStrike" kern="1200" cap="none" spc="0" normalizeH="0" baseline="0" noProof="0">
                <a:ln>
                  <a:noFill/>
                </a:ln>
                <a:solidFill>
                  <a:schemeClr val="tx1"/>
                </a:solidFill>
                <a:effectLst/>
                <a:uLnTx/>
                <a:uFillTx/>
                <a:latin typeface="+mn-lt"/>
                <a:ea typeface="+mn-ea"/>
                <a:cs typeface="+mn-cs"/>
              </a:rPr>
              <a:t>2025-26 BMSB Target Risk Countries</a:t>
            </a:r>
            <a:endParaRPr kumimoji="0" lang="en-AU" sz="4800" b="1" i="0" u="none" strike="noStrike" kern="1200" cap="none" spc="0" normalizeH="0" baseline="0" noProof="0">
              <a:ln>
                <a:noFill/>
              </a:ln>
              <a:solidFill>
                <a:schemeClr val="tx1"/>
              </a:solidFill>
              <a:effectLst/>
              <a:uLnTx/>
              <a:uFillTx/>
              <a:latin typeface="+mn-lt"/>
              <a:ea typeface="+mn-ea"/>
              <a:cs typeface="+mn-cs"/>
            </a:endParaRPr>
          </a:p>
        </p:txBody>
      </p:sp>
      <p:pic>
        <p:nvPicPr>
          <p:cNvPr id="4" name="Picture 3">
            <a:extLst>
              <a:ext uri="{FF2B5EF4-FFF2-40B4-BE49-F238E27FC236}">
                <a16:creationId xmlns:a16="http://schemas.microsoft.com/office/drawing/2014/main" id="{BF22DBAC-84E9-45F9-5EC7-E973FE160B78}"/>
              </a:ext>
              <a:ext uri="{C183D7F6-B498-43B3-948B-1728B52AA6E4}">
                <adec:decorative xmlns:adec="http://schemas.microsoft.com/office/drawing/2017/decorative" val="1"/>
              </a:ext>
            </a:extLst>
          </p:cNvPr>
          <p:cNvPicPr>
            <a:picLocks noChangeAspect="1"/>
          </p:cNvPicPr>
          <p:nvPr/>
        </p:nvPicPr>
        <p:blipFill rotWithShape="1">
          <a:blip r:embed="rId3">
            <a:alphaModFix/>
            <a:extLst>
              <a:ext uri="{28A0092B-C50C-407E-A947-70E740481C1C}">
                <a14:useLocalDpi xmlns:a14="http://schemas.microsoft.com/office/drawing/2010/main" val="0"/>
              </a:ext>
            </a:extLst>
          </a:blip>
          <a:srcRect l="-181" t="-1274" r="24419" b="24642"/>
          <a:stretch/>
        </p:blipFill>
        <p:spPr>
          <a:xfrm>
            <a:off x="8659904" y="3291681"/>
            <a:ext cx="3532096" cy="3566319"/>
          </a:xfrm>
          <a:prstGeom prst="rect">
            <a:avLst/>
          </a:prstGeom>
        </p:spPr>
      </p:pic>
      <p:grpSp>
        <p:nvGrpSpPr>
          <p:cNvPr id="5" name="Group 4">
            <a:extLst>
              <a:ext uri="{FF2B5EF4-FFF2-40B4-BE49-F238E27FC236}">
                <a16:creationId xmlns:a16="http://schemas.microsoft.com/office/drawing/2014/main" id="{7AA5B832-5B5C-F184-4AB2-B257670BD206}"/>
              </a:ext>
              <a:ext uri="{C183D7F6-B498-43B3-948B-1728B52AA6E4}">
                <adec:decorative xmlns:adec="http://schemas.microsoft.com/office/drawing/2017/decorative" val="1"/>
              </a:ext>
            </a:extLst>
          </p:cNvPr>
          <p:cNvGrpSpPr/>
          <p:nvPr/>
        </p:nvGrpSpPr>
        <p:grpSpPr>
          <a:xfrm>
            <a:off x="712764" y="1584337"/>
            <a:ext cx="10714638" cy="3638303"/>
            <a:chOff x="1222521" y="1572794"/>
            <a:chExt cx="9858434" cy="3347567"/>
          </a:xfrm>
        </p:grpSpPr>
        <p:sp>
          <p:nvSpPr>
            <p:cNvPr id="6" name="Oval 5">
              <a:extLst>
                <a:ext uri="{FF2B5EF4-FFF2-40B4-BE49-F238E27FC236}">
                  <a16:creationId xmlns:a16="http://schemas.microsoft.com/office/drawing/2014/main" id="{9C167FDC-8053-ACD5-3B27-B58F33B91641}"/>
                </a:ext>
              </a:extLst>
            </p:cNvPr>
            <p:cNvSpPr/>
            <p:nvPr/>
          </p:nvSpPr>
          <p:spPr bwMode="auto">
            <a:xfrm>
              <a:off x="1222521" y="1578485"/>
              <a:ext cx="360000" cy="360000"/>
            </a:xfrm>
            <a:prstGeom prst="ellipse">
              <a:avLst/>
            </a:prstGeom>
            <a:blipFill dpi="0" rotWithShape="0">
              <a:blip r:embed="rId4"/>
              <a:srcRect/>
              <a:stretch>
                <a:fillRect/>
              </a:stretch>
            </a:blip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333333"/>
                </a:solidFill>
                <a:effectLst/>
                <a:uLnTx/>
                <a:uFillTx/>
                <a:latin typeface="Calibri"/>
                <a:ea typeface="+mn-ea"/>
                <a:cs typeface="+mn-cs"/>
              </a:endParaRPr>
            </a:p>
          </p:txBody>
        </p:sp>
        <p:sp>
          <p:nvSpPr>
            <p:cNvPr id="7" name="Oval 6">
              <a:extLst>
                <a:ext uri="{FF2B5EF4-FFF2-40B4-BE49-F238E27FC236}">
                  <a16:creationId xmlns:a16="http://schemas.microsoft.com/office/drawing/2014/main" id="{8B08B4FF-81C1-2185-ADDA-77B53199386C}"/>
                </a:ext>
              </a:extLst>
            </p:cNvPr>
            <p:cNvSpPr/>
            <p:nvPr/>
          </p:nvSpPr>
          <p:spPr bwMode="auto">
            <a:xfrm>
              <a:off x="1222521" y="2069135"/>
              <a:ext cx="360000" cy="360000"/>
            </a:xfrm>
            <a:prstGeom prst="ellipse">
              <a:avLst/>
            </a:prstGeom>
            <a:blipFill dpi="0" rotWithShape="0">
              <a:blip r:embed="rId5"/>
              <a:srcRect/>
              <a:stretch>
                <a:fillRect/>
              </a:stretch>
            </a:blip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333333"/>
                </a:solidFill>
                <a:effectLst/>
                <a:uLnTx/>
                <a:uFillTx/>
                <a:latin typeface="Calibri"/>
                <a:ea typeface="+mn-ea"/>
                <a:cs typeface="+mn-cs"/>
              </a:endParaRPr>
            </a:p>
          </p:txBody>
        </p:sp>
        <p:sp>
          <p:nvSpPr>
            <p:cNvPr id="8" name="Oval 7">
              <a:extLst>
                <a:ext uri="{FF2B5EF4-FFF2-40B4-BE49-F238E27FC236}">
                  <a16:creationId xmlns:a16="http://schemas.microsoft.com/office/drawing/2014/main" id="{15094C46-F364-0EF1-7C3A-176D5A341703}"/>
                </a:ext>
              </a:extLst>
            </p:cNvPr>
            <p:cNvSpPr/>
            <p:nvPr/>
          </p:nvSpPr>
          <p:spPr bwMode="auto">
            <a:xfrm>
              <a:off x="1222521" y="2559785"/>
              <a:ext cx="360000" cy="360000"/>
            </a:xfrm>
            <a:prstGeom prst="ellipse">
              <a:avLst/>
            </a:prstGeom>
            <a:blipFill dpi="0" rotWithShape="0">
              <a:blip r:embed="rId6"/>
              <a:srcRect/>
              <a:stretch>
                <a:fillRect/>
              </a:stretch>
            </a:blip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333333"/>
                </a:solidFill>
                <a:effectLst/>
                <a:uLnTx/>
                <a:uFillTx/>
                <a:latin typeface="Calibri"/>
                <a:ea typeface="+mn-ea"/>
                <a:cs typeface="+mn-cs"/>
              </a:endParaRPr>
            </a:p>
          </p:txBody>
        </p:sp>
        <p:sp>
          <p:nvSpPr>
            <p:cNvPr id="9" name="Oval 8">
              <a:extLst>
                <a:ext uri="{FF2B5EF4-FFF2-40B4-BE49-F238E27FC236}">
                  <a16:creationId xmlns:a16="http://schemas.microsoft.com/office/drawing/2014/main" id="{F668C239-CF70-9206-771F-4ED11E05C067}"/>
                </a:ext>
              </a:extLst>
            </p:cNvPr>
            <p:cNvSpPr/>
            <p:nvPr/>
          </p:nvSpPr>
          <p:spPr bwMode="auto">
            <a:xfrm>
              <a:off x="1222521" y="3050435"/>
              <a:ext cx="360000" cy="360000"/>
            </a:xfrm>
            <a:prstGeom prst="ellipse">
              <a:avLst/>
            </a:prstGeom>
            <a:blipFill dpi="0" rotWithShape="0">
              <a:blip r:embed="rId7"/>
              <a:srcRect/>
              <a:stretch>
                <a:fillRect/>
              </a:stretch>
            </a:blip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333333"/>
                </a:solidFill>
                <a:effectLst/>
                <a:uLnTx/>
                <a:uFillTx/>
                <a:latin typeface="Calibri"/>
                <a:ea typeface="+mn-ea"/>
                <a:cs typeface="+mn-cs"/>
              </a:endParaRPr>
            </a:p>
          </p:txBody>
        </p:sp>
        <p:sp>
          <p:nvSpPr>
            <p:cNvPr id="10" name="Oval 9">
              <a:extLst>
                <a:ext uri="{FF2B5EF4-FFF2-40B4-BE49-F238E27FC236}">
                  <a16:creationId xmlns:a16="http://schemas.microsoft.com/office/drawing/2014/main" id="{C961391C-F5E4-994E-B381-0AC7B7D4EE2B}"/>
                </a:ext>
              </a:extLst>
            </p:cNvPr>
            <p:cNvSpPr/>
            <p:nvPr/>
          </p:nvSpPr>
          <p:spPr bwMode="auto">
            <a:xfrm>
              <a:off x="1222521" y="3541085"/>
              <a:ext cx="360000" cy="360000"/>
            </a:xfrm>
            <a:prstGeom prst="ellipse">
              <a:avLst/>
            </a:prstGeom>
            <a:blipFill dpi="0" rotWithShape="0">
              <a:blip r:embed="rId8"/>
              <a:srcRect/>
              <a:stretch>
                <a:fillRect/>
              </a:stretch>
            </a:blip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333333"/>
                </a:solidFill>
                <a:effectLst/>
                <a:uLnTx/>
                <a:uFillTx/>
                <a:latin typeface="Calibri"/>
                <a:ea typeface="+mn-ea"/>
                <a:cs typeface="+mn-cs"/>
              </a:endParaRPr>
            </a:p>
          </p:txBody>
        </p:sp>
        <p:sp>
          <p:nvSpPr>
            <p:cNvPr id="11" name="Oval 10">
              <a:extLst>
                <a:ext uri="{FF2B5EF4-FFF2-40B4-BE49-F238E27FC236}">
                  <a16:creationId xmlns:a16="http://schemas.microsoft.com/office/drawing/2014/main" id="{23324C99-7B9A-AA5E-385F-EB9F888B1E4B}"/>
                </a:ext>
              </a:extLst>
            </p:cNvPr>
            <p:cNvSpPr/>
            <p:nvPr/>
          </p:nvSpPr>
          <p:spPr bwMode="auto">
            <a:xfrm>
              <a:off x="1222521" y="4031735"/>
              <a:ext cx="360000" cy="360000"/>
            </a:xfrm>
            <a:prstGeom prst="ellipse">
              <a:avLst/>
            </a:prstGeom>
            <a:blipFill dpi="0" rotWithShape="0">
              <a:blip r:embed="rId9"/>
              <a:srcRect/>
              <a:stretch>
                <a:fillRect/>
              </a:stretch>
            </a:blip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333333"/>
                </a:solidFill>
                <a:effectLst/>
                <a:uLnTx/>
                <a:uFillTx/>
                <a:latin typeface="Calibri"/>
                <a:ea typeface="+mn-ea"/>
                <a:cs typeface="+mn-cs"/>
              </a:endParaRPr>
            </a:p>
          </p:txBody>
        </p:sp>
        <p:sp>
          <p:nvSpPr>
            <p:cNvPr id="12" name="Oval 11">
              <a:extLst>
                <a:ext uri="{FF2B5EF4-FFF2-40B4-BE49-F238E27FC236}">
                  <a16:creationId xmlns:a16="http://schemas.microsoft.com/office/drawing/2014/main" id="{A4A05FCD-DDB4-8CB8-E26C-115343CDBE4D}"/>
                </a:ext>
              </a:extLst>
            </p:cNvPr>
            <p:cNvSpPr/>
            <p:nvPr/>
          </p:nvSpPr>
          <p:spPr bwMode="auto">
            <a:xfrm>
              <a:off x="1222521" y="4522385"/>
              <a:ext cx="360000" cy="360000"/>
            </a:xfrm>
            <a:prstGeom prst="ellipse">
              <a:avLst/>
            </a:prstGeom>
            <a:blipFill dpi="0" rotWithShape="0">
              <a:blip r:embed="rId10"/>
              <a:srcRect/>
              <a:stretch>
                <a:fillRect/>
              </a:stretch>
            </a:blip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333333"/>
                </a:solidFill>
                <a:effectLst/>
                <a:uLnTx/>
                <a:uFillTx/>
                <a:latin typeface="Calibri"/>
                <a:ea typeface="+mn-ea"/>
                <a:cs typeface="+mn-cs"/>
              </a:endParaRPr>
            </a:p>
          </p:txBody>
        </p:sp>
        <p:sp>
          <p:nvSpPr>
            <p:cNvPr id="13" name="Freeform 54393">
              <a:extLst>
                <a:ext uri="{FF2B5EF4-FFF2-40B4-BE49-F238E27FC236}">
                  <a16:creationId xmlns:a16="http://schemas.microsoft.com/office/drawing/2014/main" id="{2EBFA904-2731-BA79-568C-215F856253F1}"/>
                </a:ext>
              </a:extLst>
            </p:cNvPr>
            <p:cNvSpPr/>
            <p:nvPr/>
          </p:nvSpPr>
          <p:spPr bwMode="auto">
            <a:xfrm>
              <a:off x="1536943" y="1578485"/>
              <a:ext cx="1228498"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USA</a:t>
              </a:r>
            </a:p>
          </p:txBody>
        </p:sp>
        <p:sp>
          <p:nvSpPr>
            <p:cNvPr id="14" name="Freeform 223">
              <a:extLst>
                <a:ext uri="{FF2B5EF4-FFF2-40B4-BE49-F238E27FC236}">
                  <a16:creationId xmlns:a16="http://schemas.microsoft.com/office/drawing/2014/main" id="{62221C51-1B48-3B38-8CC3-864804517702}"/>
                </a:ext>
              </a:extLst>
            </p:cNvPr>
            <p:cNvSpPr/>
            <p:nvPr/>
          </p:nvSpPr>
          <p:spPr bwMode="auto">
            <a:xfrm>
              <a:off x="1536943" y="2069135"/>
              <a:ext cx="1228498"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Canada</a:t>
              </a:r>
            </a:p>
          </p:txBody>
        </p:sp>
        <p:sp>
          <p:nvSpPr>
            <p:cNvPr id="15" name="Freeform 91">
              <a:extLst>
                <a:ext uri="{FF2B5EF4-FFF2-40B4-BE49-F238E27FC236}">
                  <a16:creationId xmlns:a16="http://schemas.microsoft.com/office/drawing/2014/main" id="{AE7DDDD1-F2EC-EEF5-D1AF-3A33BBC8969F}"/>
                </a:ext>
              </a:extLst>
            </p:cNvPr>
            <p:cNvSpPr/>
            <p:nvPr/>
          </p:nvSpPr>
          <p:spPr bwMode="auto">
            <a:xfrm>
              <a:off x="1536943" y="2559785"/>
              <a:ext cx="1228498"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Albania</a:t>
              </a:r>
            </a:p>
          </p:txBody>
        </p:sp>
        <p:sp>
          <p:nvSpPr>
            <p:cNvPr id="16" name="Freeform 94">
              <a:extLst>
                <a:ext uri="{FF2B5EF4-FFF2-40B4-BE49-F238E27FC236}">
                  <a16:creationId xmlns:a16="http://schemas.microsoft.com/office/drawing/2014/main" id="{7B98F0A8-C667-D74C-8A35-0603970FB0E5}"/>
                </a:ext>
              </a:extLst>
            </p:cNvPr>
            <p:cNvSpPr/>
            <p:nvPr/>
          </p:nvSpPr>
          <p:spPr bwMode="auto">
            <a:xfrm>
              <a:off x="1536943" y="3050435"/>
              <a:ext cx="1228498"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Andorra</a:t>
              </a:r>
            </a:p>
          </p:txBody>
        </p:sp>
        <p:sp>
          <p:nvSpPr>
            <p:cNvPr id="17" name="Freeform 97">
              <a:extLst>
                <a:ext uri="{FF2B5EF4-FFF2-40B4-BE49-F238E27FC236}">
                  <a16:creationId xmlns:a16="http://schemas.microsoft.com/office/drawing/2014/main" id="{6C8DF586-0A14-8898-2A81-DDB007C67CE6}"/>
                </a:ext>
              </a:extLst>
            </p:cNvPr>
            <p:cNvSpPr/>
            <p:nvPr/>
          </p:nvSpPr>
          <p:spPr bwMode="auto">
            <a:xfrm>
              <a:off x="1536943" y="3541085"/>
              <a:ext cx="1228498"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Armenia</a:t>
              </a:r>
            </a:p>
          </p:txBody>
        </p:sp>
        <p:sp>
          <p:nvSpPr>
            <p:cNvPr id="18" name="Freeform 100">
              <a:extLst>
                <a:ext uri="{FF2B5EF4-FFF2-40B4-BE49-F238E27FC236}">
                  <a16:creationId xmlns:a16="http://schemas.microsoft.com/office/drawing/2014/main" id="{8CF1284B-E51B-524A-9BEA-8E970E6F2818}"/>
                </a:ext>
              </a:extLst>
            </p:cNvPr>
            <p:cNvSpPr/>
            <p:nvPr/>
          </p:nvSpPr>
          <p:spPr bwMode="auto">
            <a:xfrm>
              <a:off x="1536943" y="4031735"/>
              <a:ext cx="1228498"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Austria</a:t>
              </a:r>
            </a:p>
          </p:txBody>
        </p:sp>
        <p:sp>
          <p:nvSpPr>
            <p:cNvPr id="19" name="Freeform 103">
              <a:extLst>
                <a:ext uri="{FF2B5EF4-FFF2-40B4-BE49-F238E27FC236}">
                  <a16:creationId xmlns:a16="http://schemas.microsoft.com/office/drawing/2014/main" id="{5A2F8AA3-88E7-0168-3D74-26E112B05782}"/>
                </a:ext>
              </a:extLst>
            </p:cNvPr>
            <p:cNvSpPr/>
            <p:nvPr/>
          </p:nvSpPr>
          <p:spPr bwMode="auto">
            <a:xfrm>
              <a:off x="1536943" y="4522385"/>
              <a:ext cx="1228498"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Azerbaijan</a:t>
              </a:r>
            </a:p>
          </p:txBody>
        </p:sp>
        <p:sp>
          <p:nvSpPr>
            <p:cNvPr id="20" name="Freeform 103">
              <a:extLst>
                <a:ext uri="{FF2B5EF4-FFF2-40B4-BE49-F238E27FC236}">
                  <a16:creationId xmlns:a16="http://schemas.microsoft.com/office/drawing/2014/main" id="{5AFA0749-E459-C0FA-0A66-562646F15217}"/>
                </a:ext>
              </a:extLst>
            </p:cNvPr>
            <p:cNvSpPr/>
            <p:nvPr/>
          </p:nvSpPr>
          <p:spPr bwMode="auto">
            <a:xfrm>
              <a:off x="3237340" y="1578485"/>
              <a:ext cx="1228498"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Belgium</a:t>
              </a:r>
            </a:p>
          </p:txBody>
        </p:sp>
        <p:sp>
          <p:nvSpPr>
            <p:cNvPr id="21" name="Oval 20">
              <a:extLst>
                <a:ext uri="{FF2B5EF4-FFF2-40B4-BE49-F238E27FC236}">
                  <a16:creationId xmlns:a16="http://schemas.microsoft.com/office/drawing/2014/main" id="{0AB37FA7-8B9E-0B94-5AA3-FD53A4F62DD9}"/>
                </a:ext>
              </a:extLst>
            </p:cNvPr>
            <p:cNvSpPr/>
            <p:nvPr/>
          </p:nvSpPr>
          <p:spPr bwMode="auto">
            <a:xfrm>
              <a:off x="2923985" y="1578485"/>
              <a:ext cx="360000" cy="360000"/>
            </a:xfrm>
            <a:prstGeom prst="ellipse">
              <a:avLst/>
            </a:prstGeom>
            <a:blipFill dpi="0" rotWithShape="0">
              <a:blip r:embed="rId11"/>
              <a:srcRect/>
              <a:stretch>
                <a:fillRect/>
              </a:stretch>
            </a:blip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333333"/>
                </a:solidFill>
                <a:effectLst/>
                <a:uLnTx/>
                <a:uFillTx/>
                <a:latin typeface="Calibri"/>
                <a:ea typeface="+mn-ea"/>
                <a:cs typeface="+mn-cs"/>
              </a:endParaRPr>
            </a:p>
          </p:txBody>
        </p:sp>
        <p:sp>
          <p:nvSpPr>
            <p:cNvPr id="22" name="Oval 21">
              <a:extLst>
                <a:ext uri="{FF2B5EF4-FFF2-40B4-BE49-F238E27FC236}">
                  <a16:creationId xmlns:a16="http://schemas.microsoft.com/office/drawing/2014/main" id="{0A5DCD6D-12F0-DEA0-5F69-35DFFCA537E8}"/>
                </a:ext>
              </a:extLst>
            </p:cNvPr>
            <p:cNvSpPr/>
            <p:nvPr/>
          </p:nvSpPr>
          <p:spPr bwMode="auto">
            <a:xfrm>
              <a:off x="2923985" y="2069061"/>
              <a:ext cx="360000" cy="360444"/>
            </a:xfrm>
            <a:prstGeom prst="ellipse">
              <a:avLst/>
            </a:prstGeom>
            <a:blipFill dpi="0" rotWithShape="0">
              <a:blip r:embed="rId12"/>
              <a:srcRect/>
              <a:stretch>
                <a:fillRect/>
              </a:stretch>
            </a:blip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333333"/>
                </a:solidFill>
                <a:effectLst/>
                <a:uLnTx/>
                <a:uFillTx/>
                <a:latin typeface="Calibri"/>
                <a:ea typeface="+mn-ea"/>
                <a:cs typeface="+mn-cs"/>
              </a:endParaRPr>
            </a:p>
          </p:txBody>
        </p:sp>
        <p:sp>
          <p:nvSpPr>
            <p:cNvPr id="23" name="Oval 22">
              <a:extLst>
                <a:ext uri="{FF2B5EF4-FFF2-40B4-BE49-F238E27FC236}">
                  <a16:creationId xmlns:a16="http://schemas.microsoft.com/office/drawing/2014/main" id="{CCBFB3EC-6F52-A8F7-9E33-6BAEB352C0B3}"/>
                </a:ext>
              </a:extLst>
            </p:cNvPr>
            <p:cNvSpPr/>
            <p:nvPr/>
          </p:nvSpPr>
          <p:spPr bwMode="auto">
            <a:xfrm>
              <a:off x="2923985" y="2560081"/>
              <a:ext cx="360000" cy="360000"/>
            </a:xfrm>
            <a:prstGeom prst="ellipse">
              <a:avLst/>
            </a:prstGeom>
            <a:blipFill dpi="0" rotWithShape="0">
              <a:blip r:embed="rId13"/>
              <a:srcRect/>
              <a:stretch>
                <a:fillRect/>
              </a:stretch>
            </a:blip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333333"/>
                </a:solidFill>
                <a:effectLst/>
                <a:uLnTx/>
                <a:uFillTx/>
                <a:latin typeface="Calibri"/>
                <a:ea typeface="+mn-ea"/>
                <a:cs typeface="+mn-cs"/>
              </a:endParaRPr>
            </a:p>
          </p:txBody>
        </p:sp>
        <p:sp>
          <p:nvSpPr>
            <p:cNvPr id="24" name="Oval 23">
              <a:extLst>
                <a:ext uri="{FF2B5EF4-FFF2-40B4-BE49-F238E27FC236}">
                  <a16:creationId xmlns:a16="http://schemas.microsoft.com/office/drawing/2014/main" id="{F32BDA46-2825-A926-12F4-65E2D6DCF610}"/>
                </a:ext>
              </a:extLst>
            </p:cNvPr>
            <p:cNvSpPr/>
            <p:nvPr/>
          </p:nvSpPr>
          <p:spPr bwMode="auto">
            <a:xfrm>
              <a:off x="2923985" y="3050657"/>
              <a:ext cx="360000" cy="360000"/>
            </a:xfrm>
            <a:prstGeom prst="ellipse">
              <a:avLst/>
            </a:prstGeom>
            <a:blipFill dpi="0" rotWithShape="0">
              <a:blip r:embed="rId14"/>
              <a:srcRect/>
              <a:stretch>
                <a:fillRect/>
              </a:stretch>
            </a:blip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333333"/>
                </a:solidFill>
                <a:effectLst/>
                <a:uLnTx/>
                <a:uFillTx/>
                <a:latin typeface="Calibri"/>
                <a:ea typeface="+mn-ea"/>
                <a:cs typeface="+mn-cs"/>
              </a:endParaRPr>
            </a:p>
          </p:txBody>
        </p:sp>
        <p:sp>
          <p:nvSpPr>
            <p:cNvPr id="25" name="Oval 24">
              <a:extLst>
                <a:ext uri="{FF2B5EF4-FFF2-40B4-BE49-F238E27FC236}">
                  <a16:creationId xmlns:a16="http://schemas.microsoft.com/office/drawing/2014/main" id="{6F28DC0A-C8A9-F9B7-9762-4BB1DDC9C4AB}"/>
                </a:ext>
              </a:extLst>
            </p:cNvPr>
            <p:cNvSpPr/>
            <p:nvPr/>
          </p:nvSpPr>
          <p:spPr bwMode="auto">
            <a:xfrm>
              <a:off x="2923985" y="3541233"/>
              <a:ext cx="360000" cy="360000"/>
            </a:xfrm>
            <a:prstGeom prst="ellipse">
              <a:avLst/>
            </a:prstGeom>
            <a:blipFill dpi="0" rotWithShape="0">
              <a:blip r:embed="rId15"/>
              <a:srcRect/>
              <a:stretch>
                <a:fillRect/>
              </a:stretch>
            </a:blip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333333"/>
                </a:solidFill>
                <a:effectLst/>
                <a:uLnTx/>
                <a:uFillTx/>
                <a:latin typeface="Calibri"/>
                <a:ea typeface="+mn-ea"/>
                <a:cs typeface="+mn-cs"/>
              </a:endParaRPr>
            </a:p>
          </p:txBody>
        </p:sp>
        <p:sp>
          <p:nvSpPr>
            <p:cNvPr id="26" name="Oval 25">
              <a:extLst>
                <a:ext uri="{FF2B5EF4-FFF2-40B4-BE49-F238E27FC236}">
                  <a16:creationId xmlns:a16="http://schemas.microsoft.com/office/drawing/2014/main" id="{4E224BB3-72FF-6060-51CE-7193155A6EEB}"/>
                </a:ext>
              </a:extLst>
            </p:cNvPr>
            <p:cNvSpPr/>
            <p:nvPr/>
          </p:nvSpPr>
          <p:spPr bwMode="auto">
            <a:xfrm>
              <a:off x="2923985" y="4031809"/>
              <a:ext cx="360000" cy="360000"/>
            </a:xfrm>
            <a:prstGeom prst="ellipse">
              <a:avLst/>
            </a:prstGeom>
            <a:blipFill dpi="0" rotWithShape="0">
              <a:blip r:embed="rId16"/>
              <a:srcRect/>
              <a:stretch>
                <a:fillRect/>
              </a:stretch>
            </a:blip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333333"/>
                </a:solidFill>
                <a:effectLst/>
                <a:uLnTx/>
                <a:uFillTx/>
                <a:latin typeface="Calibri"/>
                <a:ea typeface="+mn-ea"/>
                <a:cs typeface="+mn-cs"/>
              </a:endParaRPr>
            </a:p>
          </p:txBody>
        </p:sp>
        <p:sp>
          <p:nvSpPr>
            <p:cNvPr id="27" name="Oval 26">
              <a:extLst>
                <a:ext uri="{FF2B5EF4-FFF2-40B4-BE49-F238E27FC236}">
                  <a16:creationId xmlns:a16="http://schemas.microsoft.com/office/drawing/2014/main" id="{DD1D21B0-B382-646E-0FAD-B76DDD55D5E7}"/>
                </a:ext>
              </a:extLst>
            </p:cNvPr>
            <p:cNvSpPr/>
            <p:nvPr/>
          </p:nvSpPr>
          <p:spPr bwMode="auto">
            <a:xfrm>
              <a:off x="2923985" y="4522385"/>
              <a:ext cx="360000" cy="360000"/>
            </a:xfrm>
            <a:prstGeom prst="ellipse">
              <a:avLst/>
            </a:prstGeom>
            <a:blipFill dpi="0" rotWithShape="0">
              <a:blip r:embed="rId17"/>
              <a:srcRect/>
              <a:stretch>
                <a:fillRect/>
              </a:stretch>
            </a:blip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333333"/>
                </a:solidFill>
                <a:effectLst/>
                <a:uLnTx/>
                <a:uFillTx/>
                <a:latin typeface="Calibri"/>
                <a:ea typeface="+mn-ea"/>
                <a:cs typeface="+mn-cs"/>
              </a:endParaRPr>
            </a:p>
          </p:txBody>
        </p:sp>
        <p:sp>
          <p:nvSpPr>
            <p:cNvPr id="28" name="Freeform 109">
              <a:extLst>
                <a:ext uri="{FF2B5EF4-FFF2-40B4-BE49-F238E27FC236}">
                  <a16:creationId xmlns:a16="http://schemas.microsoft.com/office/drawing/2014/main" id="{7ADF08D0-C6BD-1FA7-D4AF-B57EF1E2F927}"/>
                </a:ext>
              </a:extLst>
            </p:cNvPr>
            <p:cNvSpPr/>
            <p:nvPr/>
          </p:nvSpPr>
          <p:spPr bwMode="auto">
            <a:xfrm>
              <a:off x="3237340" y="2069135"/>
              <a:ext cx="1228498"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Bosnia and Herzegovina</a:t>
              </a:r>
            </a:p>
          </p:txBody>
        </p:sp>
        <p:sp>
          <p:nvSpPr>
            <p:cNvPr id="29" name="Freeform 112">
              <a:extLst>
                <a:ext uri="{FF2B5EF4-FFF2-40B4-BE49-F238E27FC236}">
                  <a16:creationId xmlns:a16="http://schemas.microsoft.com/office/drawing/2014/main" id="{3227CE5B-E571-2858-7B56-B1217125501B}"/>
                </a:ext>
              </a:extLst>
            </p:cNvPr>
            <p:cNvSpPr/>
            <p:nvPr/>
          </p:nvSpPr>
          <p:spPr bwMode="auto">
            <a:xfrm>
              <a:off x="3237340" y="2559785"/>
              <a:ext cx="1228498"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Bulgaria</a:t>
              </a:r>
            </a:p>
          </p:txBody>
        </p:sp>
        <p:sp>
          <p:nvSpPr>
            <p:cNvPr id="30" name="Freeform 115">
              <a:extLst>
                <a:ext uri="{FF2B5EF4-FFF2-40B4-BE49-F238E27FC236}">
                  <a16:creationId xmlns:a16="http://schemas.microsoft.com/office/drawing/2014/main" id="{B413B8DF-50E9-7783-6F3B-B0782FC079F1}"/>
                </a:ext>
              </a:extLst>
            </p:cNvPr>
            <p:cNvSpPr/>
            <p:nvPr/>
          </p:nvSpPr>
          <p:spPr bwMode="auto">
            <a:xfrm>
              <a:off x="3237340" y="3050435"/>
              <a:ext cx="1228498"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Croatia</a:t>
              </a:r>
            </a:p>
          </p:txBody>
        </p:sp>
        <p:sp>
          <p:nvSpPr>
            <p:cNvPr id="31" name="Freeform 118">
              <a:extLst>
                <a:ext uri="{FF2B5EF4-FFF2-40B4-BE49-F238E27FC236}">
                  <a16:creationId xmlns:a16="http://schemas.microsoft.com/office/drawing/2014/main" id="{5760B4C6-8798-E80E-538E-8C714050E896}"/>
                </a:ext>
              </a:extLst>
            </p:cNvPr>
            <p:cNvSpPr/>
            <p:nvPr/>
          </p:nvSpPr>
          <p:spPr bwMode="auto">
            <a:xfrm>
              <a:off x="3237340" y="3541085"/>
              <a:ext cx="1228498"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Czechia</a:t>
              </a:r>
            </a:p>
          </p:txBody>
        </p:sp>
        <p:sp>
          <p:nvSpPr>
            <p:cNvPr id="32" name="Freeform 121">
              <a:extLst>
                <a:ext uri="{FF2B5EF4-FFF2-40B4-BE49-F238E27FC236}">
                  <a16:creationId xmlns:a16="http://schemas.microsoft.com/office/drawing/2014/main" id="{9BA90523-8D1C-E78A-5F08-DCF86EBAF56A}"/>
                </a:ext>
              </a:extLst>
            </p:cNvPr>
            <p:cNvSpPr/>
            <p:nvPr/>
          </p:nvSpPr>
          <p:spPr bwMode="auto">
            <a:xfrm>
              <a:off x="3237340" y="4031735"/>
              <a:ext cx="1228498"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France</a:t>
              </a:r>
            </a:p>
          </p:txBody>
        </p:sp>
        <p:sp>
          <p:nvSpPr>
            <p:cNvPr id="33" name="Freeform 124">
              <a:extLst>
                <a:ext uri="{FF2B5EF4-FFF2-40B4-BE49-F238E27FC236}">
                  <a16:creationId xmlns:a16="http://schemas.microsoft.com/office/drawing/2014/main" id="{CF0992C9-2415-4F91-AC5B-52BC5DAF8FD8}"/>
                </a:ext>
              </a:extLst>
            </p:cNvPr>
            <p:cNvSpPr/>
            <p:nvPr/>
          </p:nvSpPr>
          <p:spPr bwMode="auto">
            <a:xfrm>
              <a:off x="3237340" y="4522385"/>
              <a:ext cx="1228498"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Georgia</a:t>
              </a:r>
            </a:p>
          </p:txBody>
        </p:sp>
        <p:sp>
          <p:nvSpPr>
            <p:cNvPr id="34" name="Freeform 127">
              <a:extLst>
                <a:ext uri="{FF2B5EF4-FFF2-40B4-BE49-F238E27FC236}">
                  <a16:creationId xmlns:a16="http://schemas.microsoft.com/office/drawing/2014/main" id="{234331E9-D897-EBB8-65BA-DC96C26B000B}"/>
                </a:ext>
              </a:extLst>
            </p:cNvPr>
            <p:cNvSpPr/>
            <p:nvPr/>
          </p:nvSpPr>
          <p:spPr bwMode="auto">
            <a:xfrm>
              <a:off x="4932869" y="1579249"/>
              <a:ext cx="1230305"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Germany</a:t>
              </a:r>
            </a:p>
          </p:txBody>
        </p:sp>
        <p:sp>
          <p:nvSpPr>
            <p:cNvPr id="35" name="Freeform 130">
              <a:extLst>
                <a:ext uri="{FF2B5EF4-FFF2-40B4-BE49-F238E27FC236}">
                  <a16:creationId xmlns:a16="http://schemas.microsoft.com/office/drawing/2014/main" id="{42730FE3-F0F4-F409-1634-CEF2B1A0BF43}"/>
                </a:ext>
              </a:extLst>
            </p:cNvPr>
            <p:cNvSpPr/>
            <p:nvPr/>
          </p:nvSpPr>
          <p:spPr bwMode="auto">
            <a:xfrm>
              <a:off x="4942004" y="2069772"/>
              <a:ext cx="1230305"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Greece</a:t>
              </a:r>
            </a:p>
          </p:txBody>
        </p:sp>
        <p:sp>
          <p:nvSpPr>
            <p:cNvPr id="36" name="Freeform 133">
              <a:extLst>
                <a:ext uri="{FF2B5EF4-FFF2-40B4-BE49-F238E27FC236}">
                  <a16:creationId xmlns:a16="http://schemas.microsoft.com/office/drawing/2014/main" id="{4DB73274-E37A-0BF4-04C5-0566EF2098EF}"/>
                </a:ext>
              </a:extLst>
            </p:cNvPr>
            <p:cNvSpPr/>
            <p:nvPr/>
          </p:nvSpPr>
          <p:spPr bwMode="auto">
            <a:xfrm>
              <a:off x="4942004" y="2560295"/>
              <a:ext cx="1230305"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Hungary</a:t>
              </a:r>
            </a:p>
          </p:txBody>
        </p:sp>
        <p:sp>
          <p:nvSpPr>
            <p:cNvPr id="37" name="Freeform 136">
              <a:extLst>
                <a:ext uri="{FF2B5EF4-FFF2-40B4-BE49-F238E27FC236}">
                  <a16:creationId xmlns:a16="http://schemas.microsoft.com/office/drawing/2014/main" id="{9D66BE76-DF31-261E-22D2-29229E530036}"/>
                </a:ext>
              </a:extLst>
            </p:cNvPr>
            <p:cNvSpPr/>
            <p:nvPr/>
          </p:nvSpPr>
          <p:spPr bwMode="auto">
            <a:xfrm>
              <a:off x="4942004" y="3050818"/>
              <a:ext cx="1230305"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Italy</a:t>
              </a:r>
            </a:p>
          </p:txBody>
        </p:sp>
        <p:sp>
          <p:nvSpPr>
            <p:cNvPr id="38" name="Freeform 136">
              <a:extLst>
                <a:ext uri="{FF2B5EF4-FFF2-40B4-BE49-F238E27FC236}">
                  <a16:creationId xmlns:a16="http://schemas.microsoft.com/office/drawing/2014/main" id="{D0A32773-D936-7E54-B609-8124D95B229D}"/>
                </a:ext>
              </a:extLst>
            </p:cNvPr>
            <p:cNvSpPr/>
            <p:nvPr/>
          </p:nvSpPr>
          <p:spPr bwMode="auto">
            <a:xfrm>
              <a:off x="4942004" y="3541341"/>
              <a:ext cx="1230305"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Kazakhstan</a:t>
              </a:r>
            </a:p>
          </p:txBody>
        </p:sp>
        <p:sp>
          <p:nvSpPr>
            <p:cNvPr id="39" name="Freeform 139">
              <a:extLst>
                <a:ext uri="{FF2B5EF4-FFF2-40B4-BE49-F238E27FC236}">
                  <a16:creationId xmlns:a16="http://schemas.microsoft.com/office/drawing/2014/main" id="{6E9464CC-FF5C-712C-E1D9-8B4F4AF86C8F}"/>
                </a:ext>
              </a:extLst>
            </p:cNvPr>
            <p:cNvSpPr/>
            <p:nvPr/>
          </p:nvSpPr>
          <p:spPr bwMode="auto">
            <a:xfrm>
              <a:off x="4942004" y="4031864"/>
              <a:ext cx="1230305"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Kosovo</a:t>
              </a:r>
            </a:p>
          </p:txBody>
        </p:sp>
        <p:sp>
          <p:nvSpPr>
            <p:cNvPr id="40" name="Freeform 142">
              <a:extLst>
                <a:ext uri="{FF2B5EF4-FFF2-40B4-BE49-F238E27FC236}">
                  <a16:creationId xmlns:a16="http://schemas.microsoft.com/office/drawing/2014/main" id="{E30A4EE4-1BCA-587E-EBE9-9E4CF44CCFC9}"/>
                </a:ext>
              </a:extLst>
            </p:cNvPr>
            <p:cNvSpPr/>
            <p:nvPr/>
          </p:nvSpPr>
          <p:spPr bwMode="auto">
            <a:xfrm>
              <a:off x="4942004" y="4522385"/>
              <a:ext cx="1230305"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Liechtenstein</a:t>
              </a:r>
            </a:p>
          </p:txBody>
        </p:sp>
        <p:sp>
          <p:nvSpPr>
            <p:cNvPr id="41" name="Freeform 145">
              <a:extLst>
                <a:ext uri="{FF2B5EF4-FFF2-40B4-BE49-F238E27FC236}">
                  <a16:creationId xmlns:a16="http://schemas.microsoft.com/office/drawing/2014/main" id="{09886F1B-EE05-2A7E-3E4C-1892B5F478D9}"/>
                </a:ext>
              </a:extLst>
            </p:cNvPr>
            <p:cNvSpPr/>
            <p:nvPr/>
          </p:nvSpPr>
          <p:spPr bwMode="auto">
            <a:xfrm>
              <a:off x="6639799" y="1599350"/>
              <a:ext cx="1230305"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Luxembourg</a:t>
              </a:r>
            </a:p>
          </p:txBody>
        </p:sp>
        <p:sp>
          <p:nvSpPr>
            <p:cNvPr id="42" name="Freeform 145">
              <a:extLst>
                <a:ext uri="{FF2B5EF4-FFF2-40B4-BE49-F238E27FC236}">
                  <a16:creationId xmlns:a16="http://schemas.microsoft.com/office/drawing/2014/main" id="{581F306A-9B6E-23E5-42DF-EDBA8CA1E235}"/>
                </a:ext>
              </a:extLst>
            </p:cNvPr>
            <p:cNvSpPr/>
            <p:nvPr/>
          </p:nvSpPr>
          <p:spPr bwMode="auto">
            <a:xfrm>
              <a:off x="6639799" y="2092852"/>
              <a:ext cx="1230305"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Moldova, Republic of</a:t>
              </a:r>
            </a:p>
          </p:txBody>
        </p:sp>
        <p:sp>
          <p:nvSpPr>
            <p:cNvPr id="43" name="Freeform 151">
              <a:extLst>
                <a:ext uri="{FF2B5EF4-FFF2-40B4-BE49-F238E27FC236}">
                  <a16:creationId xmlns:a16="http://schemas.microsoft.com/office/drawing/2014/main" id="{48A6EE97-42E6-DB7B-1D61-55345FCAA3CE}"/>
                </a:ext>
              </a:extLst>
            </p:cNvPr>
            <p:cNvSpPr/>
            <p:nvPr/>
          </p:nvSpPr>
          <p:spPr bwMode="auto">
            <a:xfrm>
              <a:off x="6639799" y="2586354"/>
              <a:ext cx="1228498"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Montenegro</a:t>
              </a:r>
            </a:p>
          </p:txBody>
        </p:sp>
        <p:sp>
          <p:nvSpPr>
            <p:cNvPr id="44" name="Freeform 154">
              <a:extLst>
                <a:ext uri="{FF2B5EF4-FFF2-40B4-BE49-F238E27FC236}">
                  <a16:creationId xmlns:a16="http://schemas.microsoft.com/office/drawing/2014/main" id="{A6B47391-DA6C-1DE1-D967-DA874B4DB9F4}"/>
                </a:ext>
              </a:extLst>
            </p:cNvPr>
            <p:cNvSpPr/>
            <p:nvPr/>
          </p:nvSpPr>
          <p:spPr bwMode="auto">
            <a:xfrm>
              <a:off x="6639799" y="3079856"/>
              <a:ext cx="1228498"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Netherlands</a:t>
              </a:r>
            </a:p>
          </p:txBody>
        </p:sp>
        <p:sp>
          <p:nvSpPr>
            <p:cNvPr id="45" name="Freeform 148">
              <a:extLst>
                <a:ext uri="{FF2B5EF4-FFF2-40B4-BE49-F238E27FC236}">
                  <a16:creationId xmlns:a16="http://schemas.microsoft.com/office/drawing/2014/main" id="{CE1C6F84-FECB-7C34-27DE-F454FA84332A}"/>
                </a:ext>
              </a:extLst>
            </p:cNvPr>
            <p:cNvSpPr/>
            <p:nvPr/>
          </p:nvSpPr>
          <p:spPr bwMode="auto">
            <a:xfrm>
              <a:off x="6639799" y="3573358"/>
              <a:ext cx="1228498"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North Macedonia</a:t>
              </a:r>
            </a:p>
          </p:txBody>
        </p:sp>
        <p:sp>
          <p:nvSpPr>
            <p:cNvPr id="46" name="Freeform 148">
              <a:extLst>
                <a:ext uri="{FF2B5EF4-FFF2-40B4-BE49-F238E27FC236}">
                  <a16:creationId xmlns:a16="http://schemas.microsoft.com/office/drawing/2014/main" id="{CB37D89E-AA8E-B0D6-D469-B770E53DBBB9}"/>
                </a:ext>
              </a:extLst>
            </p:cNvPr>
            <p:cNvSpPr/>
            <p:nvPr/>
          </p:nvSpPr>
          <p:spPr bwMode="auto">
            <a:xfrm>
              <a:off x="6639799" y="4560361"/>
              <a:ext cx="1228498"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Portugal</a:t>
              </a:r>
            </a:p>
          </p:txBody>
        </p:sp>
        <p:sp>
          <p:nvSpPr>
            <p:cNvPr id="47" name="Freeform 157">
              <a:extLst>
                <a:ext uri="{FF2B5EF4-FFF2-40B4-BE49-F238E27FC236}">
                  <a16:creationId xmlns:a16="http://schemas.microsoft.com/office/drawing/2014/main" id="{D67A2939-CC0E-27B3-3C86-053F82D812BB}"/>
                </a:ext>
              </a:extLst>
            </p:cNvPr>
            <p:cNvSpPr/>
            <p:nvPr/>
          </p:nvSpPr>
          <p:spPr bwMode="auto">
            <a:xfrm>
              <a:off x="8337594" y="1572794"/>
              <a:ext cx="1228498"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Romania</a:t>
              </a:r>
            </a:p>
          </p:txBody>
        </p:sp>
        <p:sp>
          <p:nvSpPr>
            <p:cNvPr id="48" name="Freeform 160">
              <a:extLst>
                <a:ext uri="{FF2B5EF4-FFF2-40B4-BE49-F238E27FC236}">
                  <a16:creationId xmlns:a16="http://schemas.microsoft.com/office/drawing/2014/main" id="{51D5D06D-B8ED-A93F-01D0-B9E54F0A42B9}"/>
                </a:ext>
              </a:extLst>
            </p:cNvPr>
            <p:cNvSpPr/>
            <p:nvPr/>
          </p:nvSpPr>
          <p:spPr bwMode="auto">
            <a:xfrm>
              <a:off x="8339698" y="2063572"/>
              <a:ext cx="1228498"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Russia</a:t>
              </a:r>
            </a:p>
          </p:txBody>
        </p:sp>
        <p:sp>
          <p:nvSpPr>
            <p:cNvPr id="49" name="Freeform 163">
              <a:extLst>
                <a:ext uri="{FF2B5EF4-FFF2-40B4-BE49-F238E27FC236}">
                  <a16:creationId xmlns:a16="http://schemas.microsoft.com/office/drawing/2014/main" id="{888FCF7A-29E5-8579-822E-B1B7DD26D52E}"/>
                </a:ext>
              </a:extLst>
            </p:cNvPr>
            <p:cNvSpPr/>
            <p:nvPr/>
          </p:nvSpPr>
          <p:spPr bwMode="auto">
            <a:xfrm>
              <a:off x="8339698" y="2554350"/>
              <a:ext cx="1228498"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Serbia</a:t>
              </a:r>
            </a:p>
          </p:txBody>
        </p:sp>
        <p:sp>
          <p:nvSpPr>
            <p:cNvPr id="50" name="Freeform 166">
              <a:extLst>
                <a:ext uri="{FF2B5EF4-FFF2-40B4-BE49-F238E27FC236}">
                  <a16:creationId xmlns:a16="http://schemas.microsoft.com/office/drawing/2014/main" id="{0F1F6675-0457-3691-4517-F3AF57506A2B}"/>
                </a:ext>
              </a:extLst>
            </p:cNvPr>
            <p:cNvSpPr/>
            <p:nvPr/>
          </p:nvSpPr>
          <p:spPr bwMode="auto">
            <a:xfrm>
              <a:off x="8339698" y="3045128"/>
              <a:ext cx="1228498"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Slovakia</a:t>
              </a:r>
            </a:p>
          </p:txBody>
        </p:sp>
        <p:sp>
          <p:nvSpPr>
            <p:cNvPr id="51" name="Freeform 169">
              <a:extLst>
                <a:ext uri="{FF2B5EF4-FFF2-40B4-BE49-F238E27FC236}">
                  <a16:creationId xmlns:a16="http://schemas.microsoft.com/office/drawing/2014/main" id="{AC0BD968-E95D-4769-B553-E88281E97891}"/>
                </a:ext>
              </a:extLst>
            </p:cNvPr>
            <p:cNvSpPr/>
            <p:nvPr/>
          </p:nvSpPr>
          <p:spPr bwMode="auto">
            <a:xfrm>
              <a:off x="8339698" y="3535906"/>
              <a:ext cx="1228498"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Slovenia</a:t>
              </a:r>
            </a:p>
          </p:txBody>
        </p:sp>
        <p:sp>
          <p:nvSpPr>
            <p:cNvPr id="52" name="Oval 51">
              <a:extLst>
                <a:ext uri="{FF2B5EF4-FFF2-40B4-BE49-F238E27FC236}">
                  <a16:creationId xmlns:a16="http://schemas.microsoft.com/office/drawing/2014/main" id="{8D1E3348-30E9-D9AF-8C24-61292AAE384A}"/>
                </a:ext>
              </a:extLst>
            </p:cNvPr>
            <p:cNvSpPr/>
            <p:nvPr/>
          </p:nvSpPr>
          <p:spPr bwMode="auto">
            <a:xfrm>
              <a:off x="8028377" y="1578485"/>
              <a:ext cx="360000" cy="360000"/>
            </a:xfrm>
            <a:prstGeom prst="ellipse">
              <a:avLst/>
            </a:prstGeom>
            <a:blipFill dpi="0" rotWithShape="0">
              <a:blip r:embed="rId18"/>
              <a:srcRect/>
              <a:stretch>
                <a:fillRect/>
              </a:stretch>
            </a:blip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333333"/>
                </a:solidFill>
                <a:effectLst/>
                <a:uLnTx/>
                <a:uFillTx/>
                <a:latin typeface="Calibri"/>
                <a:ea typeface="+mn-ea"/>
                <a:cs typeface="+mn-cs"/>
              </a:endParaRPr>
            </a:p>
          </p:txBody>
        </p:sp>
        <p:sp>
          <p:nvSpPr>
            <p:cNvPr id="53" name="Oval 52">
              <a:extLst>
                <a:ext uri="{FF2B5EF4-FFF2-40B4-BE49-F238E27FC236}">
                  <a16:creationId xmlns:a16="http://schemas.microsoft.com/office/drawing/2014/main" id="{BE13460F-D9D8-92C9-48A4-299C78870953}"/>
                </a:ext>
              </a:extLst>
            </p:cNvPr>
            <p:cNvSpPr/>
            <p:nvPr/>
          </p:nvSpPr>
          <p:spPr bwMode="auto">
            <a:xfrm>
              <a:off x="8028377" y="2069135"/>
              <a:ext cx="360000" cy="360000"/>
            </a:xfrm>
            <a:prstGeom prst="ellipse">
              <a:avLst/>
            </a:prstGeom>
            <a:blipFill dpi="0" rotWithShape="0">
              <a:blip r:embed="rId19"/>
              <a:srcRect/>
              <a:stretch>
                <a:fillRect/>
              </a:stretch>
            </a:blip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333333"/>
                </a:solidFill>
                <a:effectLst/>
                <a:uLnTx/>
                <a:uFillTx/>
                <a:latin typeface="Calibri"/>
                <a:ea typeface="+mn-ea"/>
                <a:cs typeface="+mn-cs"/>
              </a:endParaRPr>
            </a:p>
          </p:txBody>
        </p:sp>
        <p:sp>
          <p:nvSpPr>
            <p:cNvPr id="54" name="Oval 53">
              <a:extLst>
                <a:ext uri="{FF2B5EF4-FFF2-40B4-BE49-F238E27FC236}">
                  <a16:creationId xmlns:a16="http://schemas.microsoft.com/office/drawing/2014/main" id="{3FEAE1DB-A057-EA56-2947-5555C52BD1B2}"/>
                </a:ext>
              </a:extLst>
            </p:cNvPr>
            <p:cNvSpPr/>
            <p:nvPr/>
          </p:nvSpPr>
          <p:spPr bwMode="auto">
            <a:xfrm>
              <a:off x="8028377" y="2559785"/>
              <a:ext cx="360000" cy="360000"/>
            </a:xfrm>
            <a:prstGeom prst="ellipse">
              <a:avLst/>
            </a:prstGeom>
            <a:blipFill dpi="0" rotWithShape="0">
              <a:blip r:embed="rId20"/>
              <a:srcRect/>
              <a:stretch>
                <a:fillRect/>
              </a:stretch>
            </a:blip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333333"/>
                </a:solidFill>
                <a:effectLst/>
                <a:uLnTx/>
                <a:uFillTx/>
                <a:latin typeface="Calibri"/>
                <a:ea typeface="+mn-ea"/>
                <a:cs typeface="+mn-cs"/>
              </a:endParaRPr>
            </a:p>
          </p:txBody>
        </p:sp>
        <p:sp>
          <p:nvSpPr>
            <p:cNvPr id="55" name="Oval 54">
              <a:extLst>
                <a:ext uri="{FF2B5EF4-FFF2-40B4-BE49-F238E27FC236}">
                  <a16:creationId xmlns:a16="http://schemas.microsoft.com/office/drawing/2014/main" id="{4DDEB605-200E-6943-264C-A53AEEDC03EF}"/>
                </a:ext>
              </a:extLst>
            </p:cNvPr>
            <p:cNvSpPr/>
            <p:nvPr/>
          </p:nvSpPr>
          <p:spPr bwMode="auto">
            <a:xfrm>
              <a:off x="8028377" y="3050435"/>
              <a:ext cx="360000" cy="360000"/>
            </a:xfrm>
            <a:prstGeom prst="ellipse">
              <a:avLst/>
            </a:prstGeom>
            <a:blipFill dpi="0" rotWithShape="0">
              <a:blip r:embed="rId21"/>
              <a:srcRect/>
              <a:stretch>
                <a:fillRect/>
              </a:stretch>
            </a:blip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333333"/>
                </a:solidFill>
                <a:effectLst/>
                <a:uLnTx/>
                <a:uFillTx/>
                <a:latin typeface="Calibri"/>
                <a:ea typeface="+mn-ea"/>
                <a:cs typeface="+mn-cs"/>
              </a:endParaRPr>
            </a:p>
          </p:txBody>
        </p:sp>
        <p:sp>
          <p:nvSpPr>
            <p:cNvPr id="56" name="Oval 55">
              <a:extLst>
                <a:ext uri="{FF2B5EF4-FFF2-40B4-BE49-F238E27FC236}">
                  <a16:creationId xmlns:a16="http://schemas.microsoft.com/office/drawing/2014/main" id="{FF152584-2D51-4B2A-0989-1D6CB5FF708E}"/>
                </a:ext>
              </a:extLst>
            </p:cNvPr>
            <p:cNvSpPr/>
            <p:nvPr/>
          </p:nvSpPr>
          <p:spPr bwMode="auto">
            <a:xfrm>
              <a:off x="8028377" y="3541085"/>
              <a:ext cx="360000" cy="360000"/>
            </a:xfrm>
            <a:prstGeom prst="ellipse">
              <a:avLst/>
            </a:prstGeom>
            <a:blipFill dpi="0" rotWithShape="0">
              <a:blip r:embed="rId22"/>
              <a:srcRect/>
              <a:stretch>
                <a:fillRect/>
              </a:stretch>
            </a:blip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333333"/>
                </a:solidFill>
                <a:effectLst/>
                <a:uLnTx/>
                <a:uFillTx/>
                <a:latin typeface="Calibri"/>
                <a:ea typeface="+mn-ea"/>
                <a:cs typeface="+mn-cs"/>
              </a:endParaRPr>
            </a:p>
          </p:txBody>
        </p:sp>
        <p:sp>
          <p:nvSpPr>
            <p:cNvPr id="57" name="Oval 56">
              <a:extLst>
                <a:ext uri="{FF2B5EF4-FFF2-40B4-BE49-F238E27FC236}">
                  <a16:creationId xmlns:a16="http://schemas.microsoft.com/office/drawing/2014/main" id="{5D9D949F-E611-EB3E-DA88-0AAE1DB2E676}"/>
                </a:ext>
              </a:extLst>
            </p:cNvPr>
            <p:cNvSpPr/>
            <p:nvPr/>
          </p:nvSpPr>
          <p:spPr bwMode="auto">
            <a:xfrm>
              <a:off x="8028377" y="4031735"/>
              <a:ext cx="360000" cy="360000"/>
            </a:xfrm>
            <a:prstGeom prst="ellipse">
              <a:avLst/>
            </a:prstGeom>
            <a:blipFill dpi="0" rotWithShape="0">
              <a:blip r:embed="rId23"/>
              <a:srcRect/>
              <a:stretch>
                <a:fillRect/>
              </a:stretch>
            </a:blip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333333"/>
                </a:solidFill>
                <a:effectLst/>
                <a:uLnTx/>
                <a:uFillTx/>
                <a:latin typeface="Calibri"/>
                <a:ea typeface="+mn-ea"/>
                <a:cs typeface="+mn-cs"/>
              </a:endParaRPr>
            </a:p>
          </p:txBody>
        </p:sp>
        <p:sp>
          <p:nvSpPr>
            <p:cNvPr id="58" name="Oval 57">
              <a:extLst>
                <a:ext uri="{FF2B5EF4-FFF2-40B4-BE49-F238E27FC236}">
                  <a16:creationId xmlns:a16="http://schemas.microsoft.com/office/drawing/2014/main" id="{868C45D6-DE08-7C24-48ED-45A5BB714B42}"/>
                </a:ext>
              </a:extLst>
            </p:cNvPr>
            <p:cNvSpPr/>
            <p:nvPr/>
          </p:nvSpPr>
          <p:spPr bwMode="auto">
            <a:xfrm>
              <a:off x="8028377" y="4522385"/>
              <a:ext cx="360000" cy="360000"/>
            </a:xfrm>
            <a:prstGeom prst="ellipse">
              <a:avLst/>
            </a:prstGeom>
            <a:blipFill dpi="0" rotWithShape="0">
              <a:blip r:embed="rId24"/>
              <a:srcRect/>
              <a:stretch>
                <a:fillRect/>
              </a:stretch>
            </a:blip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333333"/>
                </a:solidFill>
                <a:effectLst/>
                <a:uLnTx/>
                <a:uFillTx/>
                <a:latin typeface="Calibri"/>
                <a:ea typeface="+mn-ea"/>
                <a:cs typeface="+mn-cs"/>
              </a:endParaRPr>
            </a:p>
          </p:txBody>
        </p:sp>
        <p:sp>
          <p:nvSpPr>
            <p:cNvPr id="59" name="Freeform 172">
              <a:extLst>
                <a:ext uri="{FF2B5EF4-FFF2-40B4-BE49-F238E27FC236}">
                  <a16:creationId xmlns:a16="http://schemas.microsoft.com/office/drawing/2014/main" id="{418C5219-1C68-FEDF-BE04-173DC7609337}"/>
                </a:ext>
              </a:extLst>
            </p:cNvPr>
            <p:cNvSpPr/>
            <p:nvPr/>
          </p:nvSpPr>
          <p:spPr bwMode="auto">
            <a:xfrm>
              <a:off x="8339698" y="4026684"/>
              <a:ext cx="1228498"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Spain</a:t>
              </a:r>
            </a:p>
          </p:txBody>
        </p:sp>
        <p:sp>
          <p:nvSpPr>
            <p:cNvPr id="60" name="Freeform 175">
              <a:extLst>
                <a:ext uri="{FF2B5EF4-FFF2-40B4-BE49-F238E27FC236}">
                  <a16:creationId xmlns:a16="http://schemas.microsoft.com/office/drawing/2014/main" id="{B589889A-5E43-ABDF-48A5-0A3B8951CD61}"/>
                </a:ext>
              </a:extLst>
            </p:cNvPr>
            <p:cNvSpPr/>
            <p:nvPr/>
          </p:nvSpPr>
          <p:spPr bwMode="auto">
            <a:xfrm>
              <a:off x="8337594" y="4517463"/>
              <a:ext cx="1228498"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Switzerland</a:t>
              </a:r>
            </a:p>
          </p:txBody>
        </p:sp>
        <p:sp>
          <p:nvSpPr>
            <p:cNvPr id="61" name="Freeform 178">
              <a:extLst>
                <a:ext uri="{FF2B5EF4-FFF2-40B4-BE49-F238E27FC236}">
                  <a16:creationId xmlns:a16="http://schemas.microsoft.com/office/drawing/2014/main" id="{579E929F-3514-5852-2AE5-7AF85D7456B3}"/>
                </a:ext>
              </a:extLst>
            </p:cNvPr>
            <p:cNvSpPr/>
            <p:nvPr/>
          </p:nvSpPr>
          <p:spPr bwMode="auto">
            <a:xfrm>
              <a:off x="10034472" y="1578485"/>
              <a:ext cx="751515"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Turkey</a:t>
              </a:r>
            </a:p>
          </p:txBody>
        </p:sp>
        <p:sp>
          <p:nvSpPr>
            <p:cNvPr id="62" name="Freeform 178">
              <a:extLst>
                <a:ext uri="{FF2B5EF4-FFF2-40B4-BE49-F238E27FC236}">
                  <a16:creationId xmlns:a16="http://schemas.microsoft.com/office/drawing/2014/main" id="{BE2664AD-231B-9A23-3A12-405EF400A3C3}"/>
                </a:ext>
              </a:extLst>
            </p:cNvPr>
            <p:cNvSpPr/>
            <p:nvPr/>
          </p:nvSpPr>
          <p:spPr bwMode="auto">
            <a:xfrm>
              <a:off x="10034472" y="2069135"/>
              <a:ext cx="751515"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Ukraine</a:t>
              </a:r>
            </a:p>
          </p:txBody>
        </p:sp>
        <p:sp>
          <p:nvSpPr>
            <p:cNvPr id="63" name="Freeform 148">
              <a:extLst>
                <a:ext uri="{FF2B5EF4-FFF2-40B4-BE49-F238E27FC236}">
                  <a16:creationId xmlns:a16="http://schemas.microsoft.com/office/drawing/2014/main" id="{8E023578-80F7-7157-8C50-7E31ED4628CC}"/>
                </a:ext>
              </a:extLst>
            </p:cNvPr>
            <p:cNvSpPr/>
            <p:nvPr/>
          </p:nvSpPr>
          <p:spPr bwMode="auto">
            <a:xfrm>
              <a:off x="6639799" y="4066860"/>
              <a:ext cx="1228498"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Poland</a:t>
              </a:r>
            </a:p>
          </p:txBody>
        </p:sp>
        <p:sp>
          <p:nvSpPr>
            <p:cNvPr id="64" name="Freeform 178">
              <a:extLst>
                <a:ext uri="{FF2B5EF4-FFF2-40B4-BE49-F238E27FC236}">
                  <a16:creationId xmlns:a16="http://schemas.microsoft.com/office/drawing/2014/main" id="{FE19A7A2-AF3D-46C8-344A-587942CACEDD}"/>
                </a:ext>
              </a:extLst>
            </p:cNvPr>
            <p:cNvSpPr/>
            <p:nvPr/>
          </p:nvSpPr>
          <p:spPr bwMode="auto">
            <a:xfrm>
              <a:off x="10034472" y="2559785"/>
              <a:ext cx="1046483"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Uzbekistan</a:t>
              </a:r>
            </a:p>
          </p:txBody>
        </p:sp>
        <p:sp>
          <p:nvSpPr>
            <p:cNvPr id="65" name="Oval 64">
              <a:extLst>
                <a:ext uri="{FF2B5EF4-FFF2-40B4-BE49-F238E27FC236}">
                  <a16:creationId xmlns:a16="http://schemas.microsoft.com/office/drawing/2014/main" id="{76D4BF4C-5F43-07A1-06B8-EED4E5613BA0}"/>
                </a:ext>
              </a:extLst>
            </p:cNvPr>
            <p:cNvSpPr/>
            <p:nvPr/>
          </p:nvSpPr>
          <p:spPr bwMode="auto">
            <a:xfrm>
              <a:off x="4625449" y="1578485"/>
              <a:ext cx="360000" cy="360000"/>
            </a:xfrm>
            <a:prstGeom prst="ellipse">
              <a:avLst/>
            </a:prstGeom>
            <a:blipFill dpi="0" rotWithShape="0">
              <a:blip r:embed="rId25"/>
              <a:srcRect/>
              <a:stretch>
                <a:fillRect/>
              </a:stretch>
            </a:blip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333333"/>
                </a:solidFill>
                <a:effectLst/>
                <a:uLnTx/>
                <a:uFillTx/>
                <a:latin typeface="Calibri"/>
                <a:ea typeface="+mn-ea"/>
                <a:cs typeface="+mn-cs"/>
              </a:endParaRPr>
            </a:p>
          </p:txBody>
        </p:sp>
        <p:sp>
          <p:nvSpPr>
            <p:cNvPr id="66" name="Oval 65">
              <a:extLst>
                <a:ext uri="{FF2B5EF4-FFF2-40B4-BE49-F238E27FC236}">
                  <a16:creationId xmlns:a16="http://schemas.microsoft.com/office/drawing/2014/main" id="{6D4C004A-39BC-4410-45E2-9B40562A3C2E}"/>
                </a:ext>
              </a:extLst>
            </p:cNvPr>
            <p:cNvSpPr/>
            <p:nvPr/>
          </p:nvSpPr>
          <p:spPr bwMode="auto">
            <a:xfrm>
              <a:off x="4625449" y="2068337"/>
              <a:ext cx="360000" cy="360000"/>
            </a:xfrm>
            <a:prstGeom prst="ellipse">
              <a:avLst/>
            </a:prstGeom>
            <a:blipFill dpi="0" rotWithShape="0">
              <a:blip r:embed="rId26"/>
              <a:srcRect/>
              <a:stretch>
                <a:fillRect/>
              </a:stretch>
            </a:blip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333333"/>
                </a:solidFill>
                <a:effectLst/>
                <a:uLnTx/>
                <a:uFillTx/>
                <a:latin typeface="Calibri"/>
                <a:ea typeface="+mn-ea"/>
                <a:cs typeface="+mn-cs"/>
              </a:endParaRPr>
            </a:p>
          </p:txBody>
        </p:sp>
        <p:sp>
          <p:nvSpPr>
            <p:cNvPr id="67" name="Oval 66">
              <a:extLst>
                <a:ext uri="{FF2B5EF4-FFF2-40B4-BE49-F238E27FC236}">
                  <a16:creationId xmlns:a16="http://schemas.microsoft.com/office/drawing/2014/main" id="{68DB823F-FE70-D346-75F0-7ED0BF72C728}"/>
                </a:ext>
              </a:extLst>
            </p:cNvPr>
            <p:cNvSpPr/>
            <p:nvPr/>
          </p:nvSpPr>
          <p:spPr bwMode="auto">
            <a:xfrm>
              <a:off x="4625449" y="2558189"/>
              <a:ext cx="360000" cy="360000"/>
            </a:xfrm>
            <a:prstGeom prst="ellipse">
              <a:avLst/>
            </a:prstGeom>
            <a:blipFill dpi="0" rotWithShape="0">
              <a:blip r:embed="rId27"/>
              <a:srcRect/>
              <a:stretch>
                <a:fillRect/>
              </a:stretch>
            </a:blip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333333"/>
                </a:solidFill>
                <a:effectLst/>
                <a:uLnTx/>
                <a:uFillTx/>
                <a:latin typeface="Calibri"/>
                <a:ea typeface="+mn-ea"/>
                <a:cs typeface="+mn-cs"/>
              </a:endParaRPr>
            </a:p>
          </p:txBody>
        </p:sp>
        <p:sp>
          <p:nvSpPr>
            <p:cNvPr id="68" name="Oval 67">
              <a:extLst>
                <a:ext uri="{FF2B5EF4-FFF2-40B4-BE49-F238E27FC236}">
                  <a16:creationId xmlns:a16="http://schemas.microsoft.com/office/drawing/2014/main" id="{4A841F72-BFC0-1896-E429-84E960FF7F70}"/>
                </a:ext>
              </a:extLst>
            </p:cNvPr>
            <p:cNvSpPr/>
            <p:nvPr/>
          </p:nvSpPr>
          <p:spPr bwMode="auto">
            <a:xfrm>
              <a:off x="4625449" y="3048041"/>
              <a:ext cx="360000" cy="360000"/>
            </a:xfrm>
            <a:prstGeom prst="ellipse">
              <a:avLst/>
            </a:prstGeom>
            <a:blipFill dpi="0" rotWithShape="0">
              <a:blip r:embed="rId28"/>
              <a:srcRect/>
              <a:stretch>
                <a:fillRect/>
              </a:stretch>
            </a:blip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333333"/>
                </a:solidFill>
                <a:effectLst/>
                <a:uLnTx/>
                <a:uFillTx/>
                <a:latin typeface="Calibri"/>
                <a:ea typeface="+mn-ea"/>
                <a:cs typeface="+mn-cs"/>
              </a:endParaRPr>
            </a:p>
          </p:txBody>
        </p:sp>
        <p:sp>
          <p:nvSpPr>
            <p:cNvPr id="69" name="Oval 68">
              <a:extLst>
                <a:ext uri="{FF2B5EF4-FFF2-40B4-BE49-F238E27FC236}">
                  <a16:creationId xmlns:a16="http://schemas.microsoft.com/office/drawing/2014/main" id="{B4155A32-ED0A-1B8C-334A-8CB7A0165C34}"/>
                </a:ext>
              </a:extLst>
            </p:cNvPr>
            <p:cNvSpPr/>
            <p:nvPr/>
          </p:nvSpPr>
          <p:spPr bwMode="auto">
            <a:xfrm>
              <a:off x="4625449" y="4032533"/>
              <a:ext cx="360000" cy="360000"/>
            </a:xfrm>
            <a:prstGeom prst="ellipse">
              <a:avLst/>
            </a:prstGeom>
            <a:blipFill dpi="0" rotWithShape="0">
              <a:blip r:embed="rId29"/>
              <a:srcRect/>
              <a:stretch>
                <a:fillRect/>
              </a:stretch>
            </a:blip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333333"/>
                </a:solidFill>
                <a:effectLst/>
                <a:uLnTx/>
                <a:uFillTx/>
                <a:latin typeface="Calibri"/>
                <a:ea typeface="+mn-ea"/>
                <a:cs typeface="+mn-cs"/>
              </a:endParaRPr>
            </a:p>
          </p:txBody>
        </p:sp>
        <p:sp>
          <p:nvSpPr>
            <p:cNvPr id="70" name="Oval 69">
              <a:extLst>
                <a:ext uri="{FF2B5EF4-FFF2-40B4-BE49-F238E27FC236}">
                  <a16:creationId xmlns:a16="http://schemas.microsoft.com/office/drawing/2014/main" id="{DA01768D-0995-DC04-792F-02248C403209}"/>
                </a:ext>
              </a:extLst>
            </p:cNvPr>
            <p:cNvSpPr/>
            <p:nvPr/>
          </p:nvSpPr>
          <p:spPr bwMode="auto">
            <a:xfrm>
              <a:off x="4625449" y="4522385"/>
              <a:ext cx="360000" cy="360000"/>
            </a:xfrm>
            <a:prstGeom prst="ellipse">
              <a:avLst/>
            </a:prstGeom>
            <a:blipFill dpi="0" rotWithShape="0">
              <a:blip r:embed="rId30"/>
              <a:srcRect/>
              <a:stretch>
                <a:fillRect/>
              </a:stretch>
            </a:blip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333333"/>
                </a:solidFill>
                <a:effectLst/>
                <a:uLnTx/>
                <a:uFillTx/>
                <a:latin typeface="Calibri"/>
                <a:ea typeface="+mn-ea"/>
                <a:cs typeface="+mn-cs"/>
              </a:endParaRPr>
            </a:p>
          </p:txBody>
        </p:sp>
        <p:pic>
          <p:nvPicPr>
            <p:cNvPr id="71" name="Picture 70">
              <a:extLst>
                <a:ext uri="{FF2B5EF4-FFF2-40B4-BE49-F238E27FC236}">
                  <a16:creationId xmlns:a16="http://schemas.microsoft.com/office/drawing/2014/main" id="{CCCD847D-20F3-9227-0BB7-515C16471FCB}"/>
                </a:ext>
              </a:extLst>
            </p:cNvPr>
            <p:cNvPicPr>
              <a:picLocks noChangeAspect="1"/>
            </p:cNvPicPr>
            <p:nvPr/>
          </p:nvPicPr>
          <p:blipFill>
            <a:blip r:embed="rId31"/>
            <a:stretch>
              <a:fillRect/>
            </a:stretch>
          </p:blipFill>
          <p:spPr>
            <a:xfrm>
              <a:off x="4625449" y="3537893"/>
              <a:ext cx="360000" cy="364788"/>
            </a:xfrm>
            <a:prstGeom prst="flowChartConnector">
              <a:avLst/>
            </a:prstGeom>
            <a:effectLst>
              <a:outerShdw blurRad="50800" dist="38100" dir="2700000" algn="tl" rotWithShape="0">
                <a:prstClr val="black">
                  <a:alpha val="40000"/>
                </a:prstClr>
              </a:outerShdw>
            </a:effectLst>
          </p:spPr>
        </p:pic>
        <p:sp>
          <p:nvSpPr>
            <p:cNvPr id="72" name="Oval 71">
              <a:extLst>
                <a:ext uri="{FF2B5EF4-FFF2-40B4-BE49-F238E27FC236}">
                  <a16:creationId xmlns:a16="http://schemas.microsoft.com/office/drawing/2014/main" id="{3B75E3CD-0CFC-89B0-FF8D-D90498BE618F}"/>
                </a:ext>
              </a:extLst>
            </p:cNvPr>
            <p:cNvSpPr/>
            <p:nvPr/>
          </p:nvSpPr>
          <p:spPr bwMode="auto">
            <a:xfrm>
              <a:off x="6326913" y="1578485"/>
              <a:ext cx="360000" cy="360000"/>
            </a:xfrm>
            <a:prstGeom prst="ellipse">
              <a:avLst/>
            </a:prstGeom>
            <a:blipFill dpi="0" rotWithShape="0">
              <a:blip r:embed="rId32"/>
              <a:srcRect/>
              <a:stretch>
                <a:fillRect/>
              </a:stretch>
            </a:blip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333333"/>
                </a:solidFill>
                <a:effectLst/>
                <a:uLnTx/>
                <a:uFillTx/>
                <a:latin typeface="Calibri"/>
                <a:ea typeface="+mn-ea"/>
                <a:cs typeface="+mn-cs"/>
              </a:endParaRPr>
            </a:p>
          </p:txBody>
        </p:sp>
        <p:sp>
          <p:nvSpPr>
            <p:cNvPr id="73" name="Oval 72">
              <a:extLst>
                <a:ext uri="{FF2B5EF4-FFF2-40B4-BE49-F238E27FC236}">
                  <a16:creationId xmlns:a16="http://schemas.microsoft.com/office/drawing/2014/main" id="{FC2C5F78-65CC-B193-6B4F-405261D56F4E}"/>
                </a:ext>
              </a:extLst>
            </p:cNvPr>
            <p:cNvSpPr/>
            <p:nvPr/>
          </p:nvSpPr>
          <p:spPr bwMode="auto">
            <a:xfrm>
              <a:off x="6326913" y="2560657"/>
              <a:ext cx="360000" cy="360000"/>
            </a:xfrm>
            <a:prstGeom prst="ellipse">
              <a:avLst/>
            </a:prstGeom>
            <a:blipFill dpi="0" rotWithShape="0">
              <a:blip r:embed="rId33"/>
              <a:srcRect/>
              <a:stretch>
                <a:fillRect/>
              </a:stretch>
            </a:blip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333333"/>
                </a:solidFill>
                <a:effectLst/>
                <a:uLnTx/>
                <a:uFillTx/>
                <a:latin typeface="Calibri"/>
                <a:ea typeface="+mn-ea"/>
                <a:cs typeface="+mn-cs"/>
              </a:endParaRPr>
            </a:p>
          </p:txBody>
        </p:sp>
        <p:sp>
          <p:nvSpPr>
            <p:cNvPr id="74" name="Oval 73">
              <a:extLst>
                <a:ext uri="{FF2B5EF4-FFF2-40B4-BE49-F238E27FC236}">
                  <a16:creationId xmlns:a16="http://schemas.microsoft.com/office/drawing/2014/main" id="{1F088A4F-5862-027E-C216-FA1878FDCAF8}"/>
                </a:ext>
              </a:extLst>
            </p:cNvPr>
            <p:cNvSpPr/>
            <p:nvPr/>
          </p:nvSpPr>
          <p:spPr bwMode="auto">
            <a:xfrm>
              <a:off x="6326913" y="3051743"/>
              <a:ext cx="360000" cy="360000"/>
            </a:xfrm>
            <a:prstGeom prst="ellipse">
              <a:avLst/>
            </a:prstGeom>
            <a:blipFill dpi="0" rotWithShape="0">
              <a:blip r:embed="rId34"/>
              <a:srcRect/>
              <a:stretch>
                <a:fillRect/>
              </a:stretch>
            </a:blip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333333"/>
                </a:solidFill>
                <a:effectLst/>
                <a:uLnTx/>
                <a:uFillTx/>
                <a:latin typeface="Calibri"/>
                <a:ea typeface="+mn-ea"/>
                <a:cs typeface="+mn-cs"/>
              </a:endParaRPr>
            </a:p>
          </p:txBody>
        </p:sp>
        <p:sp>
          <p:nvSpPr>
            <p:cNvPr id="75" name="Oval 74">
              <a:extLst>
                <a:ext uri="{FF2B5EF4-FFF2-40B4-BE49-F238E27FC236}">
                  <a16:creationId xmlns:a16="http://schemas.microsoft.com/office/drawing/2014/main" id="{673845FB-9BCF-CA41-97E2-DFF4D95D213B}"/>
                </a:ext>
              </a:extLst>
            </p:cNvPr>
            <p:cNvSpPr/>
            <p:nvPr/>
          </p:nvSpPr>
          <p:spPr bwMode="auto">
            <a:xfrm>
              <a:off x="6326913" y="3542829"/>
              <a:ext cx="360000" cy="360000"/>
            </a:xfrm>
            <a:prstGeom prst="ellipse">
              <a:avLst/>
            </a:prstGeom>
            <a:blipFill dpi="0" rotWithShape="0">
              <a:blip r:embed="rId35"/>
              <a:srcRect/>
              <a:stretch>
                <a:fillRect/>
              </a:stretch>
            </a:blip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333333"/>
                </a:solidFill>
                <a:effectLst/>
                <a:uLnTx/>
                <a:uFillTx/>
                <a:latin typeface="Calibri"/>
                <a:ea typeface="+mn-ea"/>
                <a:cs typeface="+mn-cs"/>
              </a:endParaRPr>
            </a:p>
          </p:txBody>
        </p:sp>
        <p:pic>
          <p:nvPicPr>
            <p:cNvPr id="76" name="Picture 75">
              <a:extLst>
                <a:ext uri="{FF2B5EF4-FFF2-40B4-BE49-F238E27FC236}">
                  <a16:creationId xmlns:a16="http://schemas.microsoft.com/office/drawing/2014/main" id="{88518405-5B31-D7CB-B78B-757813EA88E9}"/>
                </a:ext>
              </a:extLst>
            </p:cNvPr>
            <p:cNvPicPr>
              <a:picLocks noChangeAspect="1"/>
            </p:cNvPicPr>
            <p:nvPr/>
          </p:nvPicPr>
          <p:blipFill>
            <a:blip r:embed="rId36"/>
            <a:stretch>
              <a:fillRect/>
            </a:stretch>
          </p:blipFill>
          <p:spPr>
            <a:xfrm>
              <a:off x="6326913" y="4033915"/>
              <a:ext cx="360000" cy="357385"/>
            </a:xfrm>
            <a:prstGeom prst="flowChartConnector">
              <a:avLst/>
            </a:prstGeom>
            <a:effectLst>
              <a:outerShdw blurRad="50800" dist="38100" dir="2700000" algn="tl" rotWithShape="0">
                <a:prstClr val="black">
                  <a:alpha val="40000"/>
                </a:prstClr>
              </a:outerShdw>
            </a:effectLst>
          </p:spPr>
        </p:pic>
        <p:pic>
          <p:nvPicPr>
            <p:cNvPr id="77" name="Picture 76">
              <a:extLst>
                <a:ext uri="{FF2B5EF4-FFF2-40B4-BE49-F238E27FC236}">
                  <a16:creationId xmlns:a16="http://schemas.microsoft.com/office/drawing/2014/main" id="{BE620E97-9FEA-8C42-405D-8C30305D25C4}"/>
                </a:ext>
              </a:extLst>
            </p:cNvPr>
            <p:cNvPicPr>
              <a:picLocks noChangeAspect="1"/>
            </p:cNvPicPr>
            <p:nvPr/>
          </p:nvPicPr>
          <p:blipFill>
            <a:blip r:embed="rId37"/>
            <a:stretch>
              <a:fillRect/>
            </a:stretch>
          </p:blipFill>
          <p:spPr>
            <a:xfrm>
              <a:off x="6327351" y="2069571"/>
              <a:ext cx="359124" cy="360000"/>
            </a:xfrm>
            <a:prstGeom prst="flowChartConnector">
              <a:avLst/>
            </a:prstGeom>
            <a:effectLst>
              <a:outerShdw blurRad="50800" dist="38100" dir="2700000" algn="tl" rotWithShape="0">
                <a:prstClr val="black">
                  <a:alpha val="40000"/>
                </a:prstClr>
              </a:outerShdw>
            </a:effectLst>
          </p:spPr>
        </p:pic>
        <p:pic>
          <p:nvPicPr>
            <p:cNvPr id="78" name="Picture 77">
              <a:extLst>
                <a:ext uri="{FF2B5EF4-FFF2-40B4-BE49-F238E27FC236}">
                  <a16:creationId xmlns:a16="http://schemas.microsoft.com/office/drawing/2014/main" id="{7E1FFCEA-D4D5-06C8-0028-BDCD34429CE3}"/>
                </a:ext>
              </a:extLst>
            </p:cNvPr>
            <p:cNvPicPr>
              <a:picLocks noChangeAspect="1"/>
            </p:cNvPicPr>
            <p:nvPr/>
          </p:nvPicPr>
          <p:blipFill>
            <a:blip r:embed="rId38"/>
            <a:stretch>
              <a:fillRect/>
            </a:stretch>
          </p:blipFill>
          <p:spPr>
            <a:xfrm>
              <a:off x="6326913" y="4522385"/>
              <a:ext cx="360000" cy="360000"/>
            </a:xfrm>
            <a:prstGeom prst="flowChartConnector">
              <a:avLst/>
            </a:prstGeom>
            <a:effectLst>
              <a:outerShdw blurRad="50800" dist="38100" dir="2700000" algn="tl" rotWithShape="0">
                <a:prstClr val="black">
                  <a:alpha val="40000"/>
                </a:prstClr>
              </a:outerShdw>
            </a:effectLst>
          </p:spPr>
        </p:pic>
        <p:sp>
          <p:nvSpPr>
            <p:cNvPr id="79" name="Oval 78">
              <a:extLst>
                <a:ext uri="{FF2B5EF4-FFF2-40B4-BE49-F238E27FC236}">
                  <a16:creationId xmlns:a16="http://schemas.microsoft.com/office/drawing/2014/main" id="{2544C20C-BD5D-ECFB-0DDB-9CFC7B5B227B}"/>
                </a:ext>
              </a:extLst>
            </p:cNvPr>
            <p:cNvSpPr/>
            <p:nvPr/>
          </p:nvSpPr>
          <p:spPr bwMode="auto">
            <a:xfrm>
              <a:off x="9732044" y="1578485"/>
              <a:ext cx="360000" cy="360000"/>
            </a:xfrm>
            <a:prstGeom prst="ellipse">
              <a:avLst/>
            </a:prstGeom>
            <a:blipFill dpi="0" rotWithShape="0">
              <a:blip r:embed="rId39"/>
              <a:srcRect/>
              <a:stretch>
                <a:fillRect/>
              </a:stretch>
            </a:blip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333333"/>
                </a:solidFill>
                <a:effectLst/>
                <a:uLnTx/>
                <a:uFillTx/>
                <a:latin typeface="Calibri"/>
                <a:ea typeface="+mn-ea"/>
                <a:cs typeface="+mn-cs"/>
              </a:endParaRPr>
            </a:p>
          </p:txBody>
        </p:sp>
        <p:pic>
          <p:nvPicPr>
            <p:cNvPr id="80" name="Picture 79">
              <a:extLst>
                <a:ext uri="{FF2B5EF4-FFF2-40B4-BE49-F238E27FC236}">
                  <a16:creationId xmlns:a16="http://schemas.microsoft.com/office/drawing/2014/main" id="{A73B1217-C740-AC53-3352-EC5A712C8BB9}"/>
                </a:ext>
              </a:extLst>
            </p:cNvPr>
            <p:cNvPicPr>
              <a:picLocks noChangeAspect="1"/>
            </p:cNvPicPr>
            <p:nvPr/>
          </p:nvPicPr>
          <p:blipFill>
            <a:blip r:embed="rId40"/>
            <a:stretch>
              <a:fillRect/>
            </a:stretch>
          </p:blipFill>
          <p:spPr>
            <a:xfrm>
              <a:off x="9729840" y="2069135"/>
              <a:ext cx="364408" cy="360000"/>
            </a:xfrm>
            <a:prstGeom prst="flowChartConnector">
              <a:avLst/>
            </a:prstGeom>
            <a:effectLst>
              <a:outerShdw blurRad="50800" dist="38100" dir="2700000" algn="tl" rotWithShape="0">
                <a:prstClr val="black">
                  <a:alpha val="40000"/>
                </a:prstClr>
              </a:outerShdw>
            </a:effectLst>
          </p:spPr>
        </p:pic>
        <p:pic>
          <p:nvPicPr>
            <p:cNvPr id="81" name="Picture 80">
              <a:extLst>
                <a:ext uri="{FF2B5EF4-FFF2-40B4-BE49-F238E27FC236}">
                  <a16:creationId xmlns:a16="http://schemas.microsoft.com/office/drawing/2014/main" id="{9CD05399-6933-B0D6-2243-2539DA02C033}"/>
                </a:ext>
              </a:extLst>
            </p:cNvPr>
            <p:cNvPicPr>
              <a:picLocks noChangeAspect="1"/>
            </p:cNvPicPr>
            <p:nvPr/>
          </p:nvPicPr>
          <p:blipFill>
            <a:blip r:embed="rId41"/>
            <a:stretch>
              <a:fillRect/>
            </a:stretch>
          </p:blipFill>
          <p:spPr>
            <a:xfrm>
              <a:off x="9731315" y="2559785"/>
              <a:ext cx="361458" cy="360000"/>
            </a:xfrm>
            <a:prstGeom prst="flowChartConnector">
              <a:avLst/>
            </a:prstGeom>
            <a:effectLst>
              <a:outerShdw blurRad="50800" dist="38100" dir="2700000" algn="tl" rotWithShape="0">
                <a:prstClr val="black">
                  <a:alpha val="40000"/>
                </a:prstClr>
              </a:outerShdw>
            </a:effectLst>
          </p:spPr>
        </p:pic>
      </p:grpSp>
      <p:sp>
        <p:nvSpPr>
          <p:cNvPr id="82" name="Oval 81">
            <a:extLst>
              <a:ext uri="{FF2B5EF4-FFF2-40B4-BE49-F238E27FC236}">
                <a16:creationId xmlns:a16="http://schemas.microsoft.com/office/drawing/2014/main" id="{8F7B70C6-53E0-58F5-1DFE-505B016AC7FC}"/>
              </a:ext>
              <a:ext uri="{C183D7F6-B498-43B3-948B-1728B52AA6E4}">
                <adec:decorative xmlns:adec="http://schemas.microsoft.com/office/drawing/2017/decorative" val="1"/>
              </a:ext>
            </a:extLst>
          </p:cNvPr>
          <p:cNvSpPr/>
          <p:nvPr/>
        </p:nvSpPr>
        <p:spPr bwMode="auto">
          <a:xfrm>
            <a:off x="3249897" y="5742372"/>
            <a:ext cx="393020" cy="392400"/>
          </a:xfrm>
          <a:prstGeom prst="ellipse">
            <a:avLst/>
          </a:prstGeom>
          <a:blipFill dpi="0" rotWithShape="0">
            <a:blip r:embed="rId42"/>
            <a:srcRect/>
            <a:stretch>
              <a:fillRect/>
            </a:stretch>
          </a:blip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333333"/>
              </a:solidFill>
              <a:effectLst/>
              <a:uLnTx/>
              <a:uFillTx/>
              <a:latin typeface="Calibri"/>
              <a:ea typeface="+mn-ea"/>
              <a:cs typeface="+mn-cs"/>
            </a:endParaRPr>
          </a:p>
        </p:txBody>
      </p:sp>
      <p:pic>
        <p:nvPicPr>
          <p:cNvPr id="87" name="Picture 86">
            <a:extLst>
              <a:ext uri="{FF2B5EF4-FFF2-40B4-BE49-F238E27FC236}">
                <a16:creationId xmlns:a16="http://schemas.microsoft.com/office/drawing/2014/main" id="{DF01F022-594A-A4BA-E800-8F57F8B62687}"/>
              </a:ext>
              <a:ext uri="{C183D7F6-B498-43B3-948B-1728B52AA6E4}">
                <adec:decorative xmlns:adec="http://schemas.microsoft.com/office/drawing/2017/decorative" val="1"/>
              </a:ext>
            </a:extLst>
          </p:cNvPr>
          <p:cNvPicPr>
            <a:picLocks noChangeAspect="1"/>
          </p:cNvPicPr>
          <p:nvPr/>
        </p:nvPicPr>
        <p:blipFill>
          <a:blip r:embed="rId43"/>
          <a:stretch>
            <a:fillRect/>
          </a:stretch>
        </p:blipFill>
        <p:spPr>
          <a:xfrm>
            <a:off x="5286836" y="5742372"/>
            <a:ext cx="397150" cy="392400"/>
          </a:xfrm>
          <a:prstGeom prst="flowChartConnector">
            <a:avLst/>
          </a:prstGeom>
          <a:effectLst>
            <a:outerShdw blurRad="50800" dist="38100" dir="2700000" algn="tl" rotWithShape="0">
              <a:prstClr val="black">
                <a:alpha val="40000"/>
              </a:prstClr>
            </a:outerShdw>
          </a:effectLst>
        </p:spPr>
      </p:pic>
      <p:sp>
        <p:nvSpPr>
          <p:cNvPr id="88" name="Rectangle 87">
            <a:extLst>
              <a:ext uri="{FF2B5EF4-FFF2-40B4-BE49-F238E27FC236}">
                <a16:creationId xmlns:a16="http://schemas.microsoft.com/office/drawing/2014/main" id="{97531C8E-D77D-4A38-1F62-C9D49630920F}"/>
              </a:ext>
              <a:ext uri="{C183D7F6-B498-43B3-948B-1728B52AA6E4}">
                <adec:decorative xmlns:adec="http://schemas.microsoft.com/office/drawing/2017/decorative" val="1"/>
              </a:ext>
            </a:extLst>
          </p:cNvPr>
          <p:cNvSpPr/>
          <p:nvPr/>
        </p:nvSpPr>
        <p:spPr>
          <a:xfrm>
            <a:off x="2860017" y="5563133"/>
            <a:ext cx="6471967" cy="69684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9" name="TextBox 88">
            <a:extLst>
              <a:ext uri="{FF2B5EF4-FFF2-40B4-BE49-F238E27FC236}">
                <a16:creationId xmlns:a16="http://schemas.microsoft.com/office/drawing/2014/main" id="{D3C24E50-A657-F465-3E27-5EEFA7F6C38F}"/>
              </a:ext>
            </a:extLst>
          </p:cNvPr>
          <p:cNvSpPr txBox="1"/>
          <p:nvPr/>
        </p:nvSpPr>
        <p:spPr>
          <a:xfrm>
            <a:off x="4022862" y="5339642"/>
            <a:ext cx="4146277" cy="369332"/>
          </a:xfrm>
          <a:prstGeom prst="rect">
            <a:avLst/>
          </a:prstGeom>
          <a:solidFill>
            <a:schemeClr val="bg2">
              <a:lumMod val="40000"/>
              <a:lumOff val="60000"/>
            </a:schemeClr>
          </a:solidFill>
        </p:spPr>
        <p:txBody>
          <a:bodyPr wrap="square" rtlCol="0">
            <a:spAutoFit/>
          </a:bodyPr>
          <a:lstStyle/>
          <a:p>
            <a:pPr algn="ctr"/>
            <a:r>
              <a:rPr kumimoji="0" lang="en-AU" sz="1800" b="1" i="1" u="none" strike="noStrike" kern="0" cap="none" spc="0" normalizeH="0" baseline="0" noProof="0">
                <a:ln>
                  <a:noFill/>
                </a:ln>
                <a:solidFill>
                  <a:srgbClr val="333333"/>
                </a:solidFill>
                <a:effectLst/>
                <a:uLnTx/>
                <a:uFillTx/>
                <a:latin typeface="Calibri"/>
                <a:ea typeface="+mn-ea"/>
                <a:cs typeface="+mn-cs"/>
              </a:rPr>
              <a:t>Heightened vessel surveillance only</a:t>
            </a:r>
          </a:p>
        </p:txBody>
      </p:sp>
      <p:sp>
        <p:nvSpPr>
          <p:cNvPr id="83" name="Freeform 181">
            <a:extLst>
              <a:ext uri="{FF2B5EF4-FFF2-40B4-BE49-F238E27FC236}">
                <a16:creationId xmlns:a16="http://schemas.microsoft.com/office/drawing/2014/main" id="{4E876EE9-6E22-913F-EAC2-BA93F980D743}"/>
              </a:ext>
            </a:extLst>
          </p:cNvPr>
          <p:cNvSpPr/>
          <p:nvPr/>
        </p:nvSpPr>
        <p:spPr bwMode="auto">
          <a:xfrm>
            <a:off x="3597766" y="5758572"/>
            <a:ext cx="1228498"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Japan</a:t>
            </a:r>
          </a:p>
        </p:txBody>
      </p:sp>
      <p:sp>
        <p:nvSpPr>
          <p:cNvPr id="84" name="Freeform 181">
            <a:extLst>
              <a:ext uri="{FF2B5EF4-FFF2-40B4-BE49-F238E27FC236}">
                <a16:creationId xmlns:a16="http://schemas.microsoft.com/office/drawing/2014/main" id="{67AACE8B-51FA-E6C3-E2F1-1D0E1987F285}"/>
              </a:ext>
            </a:extLst>
          </p:cNvPr>
          <p:cNvSpPr/>
          <p:nvPr/>
        </p:nvSpPr>
        <p:spPr bwMode="auto">
          <a:xfrm>
            <a:off x="5650552" y="5758572"/>
            <a:ext cx="1228498"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China</a:t>
            </a:r>
          </a:p>
        </p:txBody>
      </p:sp>
      <p:sp>
        <p:nvSpPr>
          <p:cNvPr id="85" name="Freeform 181">
            <a:extLst>
              <a:ext uri="{FF2B5EF4-FFF2-40B4-BE49-F238E27FC236}">
                <a16:creationId xmlns:a16="http://schemas.microsoft.com/office/drawing/2014/main" id="{1DB021AC-8921-58C0-975E-38006F5C18D2}"/>
              </a:ext>
            </a:extLst>
          </p:cNvPr>
          <p:cNvSpPr/>
          <p:nvPr/>
        </p:nvSpPr>
        <p:spPr bwMode="auto">
          <a:xfrm>
            <a:off x="7660777" y="5758571"/>
            <a:ext cx="1400538"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Republic of Korea</a:t>
            </a:r>
          </a:p>
        </p:txBody>
      </p:sp>
      <p:pic>
        <p:nvPicPr>
          <p:cNvPr id="86" name="Picture 85">
            <a:extLst>
              <a:ext uri="{FF2B5EF4-FFF2-40B4-BE49-F238E27FC236}">
                <a16:creationId xmlns:a16="http://schemas.microsoft.com/office/drawing/2014/main" id="{C8F4245F-A5E3-F7DD-0D3A-CD9FFFE76846}"/>
              </a:ext>
              <a:ext uri="{C183D7F6-B498-43B3-948B-1728B52AA6E4}">
                <adec:decorative xmlns:adec="http://schemas.microsoft.com/office/drawing/2017/decorative" val="1"/>
              </a:ext>
            </a:extLst>
          </p:cNvPr>
          <p:cNvPicPr>
            <a:picLocks noChangeAspect="1"/>
          </p:cNvPicPr>
          <p:nvPr/>
        </p:nvPicPr>
        <p:blipFill rotWithShape="1">
          <a:blip r:embed="rId44"/>
          <a:srcRect l="13660" t="4941" r="3975" b="3944"/>
          <a:stretch/>
        </p:blipFill>
        <p:spPr>
          <a:xfrm>
            <a:off x="7327905" y="5742371"/>
            <a:ext cx="398220" cy="392400"/>
          </a:xfrm>
          <a:prstGeom prst="flowChartConnector">
            <a:avLst/>
          </a:prstGeom>
          <a:effectLst>
            <a:outerShdw blurRad="50800" dist="38100" dir="2700000" algn="tl" rotWithShape="0">
              <a:prstClr val="black">
                <a:alpha val="40000"/>
              </a:prstClr>
            </a:outerShdw>
          </a:effectLst>
        </p:spPr>
      </p:pic>
      <p:pic>
        <p:nvPicPr>
          <p:cNvPr id="90" name="Picture 89">
            <a:extLst>
              <a:ext uri="{FF2B5EF4-FFF2-40B4-BE49-F238E27FC236}">
                <a16:creationId xmlns:a16="http://schemas.microsoft.com/office/drawing/2014/main" id="{6B24CBB1-53C5-FD04-1A28-ED6BEF03AAE2}"/>
              </a:ext>
              <a:ext uri="{C183D7F6-B498-43B3-948B-1728B52AA6E4}">
                <adec:decorative xmlns:adec="http://schemas.microsoft.com/office/drawing/2017/decorative" val="1"/>
              </a:ext>
            </a:extLst>
          </p:cNvPr>
          <p:cNvPicPr>
            <a:picLocks noChangeAspect="1"/>
          </p:cNvPicPr>
          <p:nvPr/>
        </p:nvPicPr>
        <p:blipFill>
          <a:blip r:embed="rId45">
            <a:extLst>
              <a:ext uri="{28A0092B-C50C-407E-A947-70E740481C1C}">
                <a14:useLocalDpi xmlns:a14="http://schemas.microsoft.com/office/drawing/2010/main" val="0"/>
              </a:ext>
            </a:extLst>
          </a:blip>
          <a:stretch>
            <a:fillRect/>
          </a:stretch>
        </p:blipFill>
        <p:spPr>
          <a:xfrm rot="18800041">
            <a:off x="10138543" y="3110673"/>
            <a:ext cx="1627663" cy="1627532"/>
          </a:xfrm>
          <a:prstGeom prst="rect">
            <a:avLst/>
          </a:prstGeom>
        </p:spPr>
      </p:pic>
      <p:pic>
        <p:nvPicPr>
          <p:cNvPr id="91" name="Picture 90">
            <a:extLst>
              <a:ext uri="{FF2B5EF4-FFF2-40B4-BE49-F238E27FC236}">
                <a16:creationId xmlns:a16="http://schemas.microsoft.com/office/drawing/2014/main" id="{DD82D7E8-6BE5-A7FF-C2A5-FD7050E13896}"/>
              </a:ext>
              <a:ext uri="{C183D7F6-B498-43B3-948B-1728B52AA6E4}">
                <adec:decorative xmlns:adec="http://schemas.microsoft.com/office/drawing/2017/decorative" val="1"/>
              </a:ext>
            </a:extLst>
          </p:cNvPr>
          <p:cNvPicPr>
            <a:picLocks noChangeAspect="1"/>
          </p:cNvPicPr>
          <p:nvPr/>
        </p:nvPicPr>
        <p:blipFill>
          <a:blip r:embed="rId45">
            <a:extLst>
              <a:ext uri="{28A0092B-C50C-407E-A947-70E740481C1C}">
                <a14:useLocalDpi xmlns:a14="http://schemas.microsoft.com/office/drawing/2010/main" val="0"/>
              </a:ext>
            </a:extLst>
          </a:blip>
          <a:stretch>
            <a:fillRect/>
          </a:stretch>
        </p:blipFill>
        <p:spPr>
          <a:xfrm rot="2700000" flipH="1">
            <a:off x="-111087" y="5222907"/>
            <a:ext cx="1627663" cy="1627532"/>
          </a:xfrm>
          <a:prstGeom prst="rect">
            <a:avLst/>
          </a:prstGeom>
        </p:spPr>
      </p:pic>
    </p:spTree>
    <p:extLst>
      <p:ext uri="{BB962C8B-B14F-4D97-AF65-F5344CB8AC3E}">
        <p14:creationId xmlns:p14="http://schemas.microsoft.com/office/powerpoint/2010/main" val="36891427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269CC-EC48-BCA5-981A-91E54A93F2CE}"/>
            </a:ext>
          </a:extLst>
        </p:cNvPr>
        <p:cNvGrpSpPr/>
        <p:nvPr/>
      </p:nvGrpSpPr>
      <p:grpSpPr>
        <a:xfrm>
          <a:off x="0" y="0"/>
          <a:ext cx="0" cy="0"/>
          <a:chOff x="0" y="0"/>
          <a:chExt cx="0" cy="0"/>
        </a:xfrm>
      </p:grpSpPr>
      <p:sp>
        <p:nvSpPr>
          <p:cNvPr id="2" name="Text Placeholder 4">
            <a:extLst>
              <a:ext uri="{FF2B5EF4-FFF2-40B4-BE49-F238E27FC236}">
                <a16:creationId xmlns:a16="http://schemas.microsoft.com/office/drawing/2014/main" id="{B8E95F0B-0C03-6A48-81B9-244A894BCC47}"/>
              </a:ext>
            </a:extLst>
          </p:cNvPr>
          <p:cNvSpPr txBox="1">
            <a:spLocks noGrp="1"/>
          </p:cNvSpPr>
          <p:nvPr>
            <p:ph type="title" idx="4294967295"/>
          </p:nvPr>
        </p:nvSpPr>
        <p:spPr>
          <a:xfrm>
            <a:off x="689679" y="821327"/>
            <a:ext cx="9208465" cy="58694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4000" b="1" i="0" u="none" strike="noStrike" kern="1200" cap="none" spc="0" normalizeH="0" baseline="0" noProof="0">
                <a:ln>
                  <a:noFill/>
                </a:ln>
                <a:solidFill>
                  <a:schemeClr val="tx1"/>
                </a:solidFill>
                <a:effectLst/>
                <a:uLnTx/>
                <a:uFillTx/>
                <a:latin typeface="+mn-lt"/>
                <a:ea typeface="+mn-ea"/>
                <a:cs typeface="+mn-cs"/>
              </a:rPr>
              <a:t>Containerised vs Break Bulk</a:t>
            </a:r>
          </a:p>
        </p:txBody>
      </p:sp>
      <p:pic>
        <p:nvPicPr>
          <p:cNvPr id="4" name="Picture 3">
            <a:extLst>
              <a:ext uri="{FF2B5EF4-FFF2-40B4-BE49-F238E27FC236}">
                <a16:creationId xmlns:a16="http://schemas.microsoft.com/office/drawing/2014/main" id="{F12D5ABC-8E85-0417-CF93-ABB0C567C2B5}"/>
              </a:ext>
              <a:ext uri="{C183D7F6-B498-43B3-948B-1728B52AA6E4}">
                <adec:decorative xmlns:adec="http://schemas.microsoft.com/office/drawing/2017/decorative" val="1"/>
              </a:ext>
            </a:extLst>
          </p:cNvPr>
          <p:cNvPicPr>
            <a:picLocks noChangeAspect="1"/>
          </p:cNvPicPr>
          <p:nvPr/>
        </p:nvPicPr>
        <p:blipFill rotWithShape="1">
          <a:blip r:embed="rId3">
            <a:alphaModFix/>
            <a:extLst>
              <a:ext uri="{28A0092B-C50C-407E-A947-70E740481C1C}">
                <a14:useLocalDpi xmlns:a14="http://schemas.microsoft.com/office/drawing/2010/main" val="0"/>
              </a:ext>
            </a:extLst>
          </a:blip>
          <a:srcRect l="-181" t="-1274" r="24419" b="24642"/>
          <a:stretch/>
        </p:blipFill>
        <p:spPr>
          <a:xfrm rot="16200000">
            <a:off x="8659905" y="-17111"/>
            <a:ext cx="3532096" cy="3566319"/>
          </a:xfrm>
          <a:prstGeom prst="rect">
            <a:avLst/>
          </a:prstGeom>
        </p:spPr>
      </p:pic>
      <p:sp>
        <p:nvSpPr>
          <p:cNvPr id="7" name="TextBox 6">
            <a:extLst>
              <a:ext uri="{FF2B5EF4-FFF2-40B4-BE49-F238E27FC236}">
                <a16:creationId xmlns:a16="http://schemas.microsoft.com/office/drawing/2014/main" id="{B6B3E320-B8AD-F257-908B-0CF416AED6DD}"/>
              </a:ext>
            </a:extLst>
          </p:cNvPr>
          <p:cNvSpPr txBox="1"/>
          <p:nvPr/>
        </p:nvSpPr>
        <p:spPr>
          <a:xfrm>
            <a:off x="689680" y="1634706"/>
            <a:ext cx="4988615" cy="4334520"/>
          </a:xfrm>
          <a:prstGeom prst="rect">
            <a:avLst/>
          </a:prstGeom>
          <a:noFill/>
        </p:spPr>
        <p:txBody>
          <a:bodyPr wrap="square" lIns="91440" tIns="45720" rIns="91440" bIns="45720" anchor="t">
            <a:spAutoFit/>
          </a:bodyPr>
          <a:lstStyle/>
          <a:p>
            <a:pPr marL="0" indent="0">
              <a:lnSpc>
                <a:spcPct val="100000"/>
              </a:lnSpc>
              <a:spcAft>
                <a:spcPts val="1000"/>
              </a:spcAft>
              <a:buNone/>
            </a:pPr>
            <a:r>
              <a:rPr lang="en-AU" altLang="en-US" sz="1800" b="1">
                <a:cs typeface="Calibri"/>
              </a:rPr>
              <a:t>Break </a:t>
            </a:r>
            <a:r>
              <a:rPr lang="en-AU" altLang="en-US" b="1">
                <a:cs typeface="Calibri"/>
              </a:rPr>
              <a:t>B</a:t>
            </a:r>
            <a:r>
              <a:rPr lang="en-AU" altLang="en-US" sz="1800" b="1">
                <a:cs typeface="Calibri"/>
              </a:rPr>
              <a:t>ulk </a:t>
            </a:r>
          </a:p>
          <a:p>
            <a:pPr marL="285750" indent="-285750">
              <a:lnSpc>
                <a:spcPct val="100000"/>
              </a:lnSpc>
              <a:spcAft>
                <a:spcPts val="1000"/>
              </a:spcAft>
              <a:buFont typeface="Arial" panose="020B0604020202020204" pitchFamily="34" charset="0"/>
              <a:buChar char="•"/>
            </a:pPr>
            <a:r>
              <a:rPr lang="en-AU" altLang="en-US" sz="1800">
                <a:cs typeface="Calibri"/>
              </a:rPr>
              <a:t>Includes all </a:t>
            </a:r>
            <a:r>
              <a:rPr lang="en-AU" altLang="en-US" sz="1800" b="1">
                <a:cs typeface="Calibri"/>
              </a:rPr>
              <a:t>flat rack </a:t>
            </a:r>
            <a:r>
              <a:rPr lang="en-AU" altLang="en-US" sz="1800">
                <a:cs typeface="Calibri"/>
              </a:rPr>
              <a:t>and </a:t>
            </a:r>
            <a:r>
              <a:rPr lang="en-AU" altLang="en-US" sz="1800" b="1">
                <a:cs typeface="Calibri"/>
              </a:rPr>
              <a:t>open top </a:t>
            </a:r>
            <a:r>
              <a:rPr lang="en-AU" altLang="en-US" sz="1800">
                <a:cs typeface="Calibri"/>
              </a:rPr>
              <a:t>containers.</a:t>
            </a:r>
            <a:endParaRPr lang="en-AU" altLang="en-US" sz="1800">
              <a:ea typeface="Calibri"/>
              <a:cs typeface="Calibri"/>
            </a:endParaRPr>
          </a:p>
          <a:p>
            <a:pPr marL="285750" indent="-285750">
              <a:lnSpc>
                <a:spcPct val="100000"/>
              </a:lnSpc>
              <a:spcAft>
                <a:spcPts val="1000"/>
              </a:spcAft>
              <a:buFont typeface="Arial" panose="020B0604020202020204" pitchFamily="34" charset="0"/>
              <a:buChar char="•"/>
            </a:pPr>
            <a:r>
              <a:rPr lang="en-AU" altLang="en-US" sz="1800">
                <a:cs typeface="Calibri"/>
              </a:rPr>
              <a:t>All target high risk goods shipped </a:t>
            </a:r>
            <a:br>
              <a:rPr lang="en-AU" altLang="en-US" sz="1800">
                <a:cs typeface="Calibri" panose="020F0502020204030204" pitchFamily="34" charset="0"/>
              </a:rPr>
            </a:br>
            <a:r>
              <a:rPr lang="en-AU" altLang="en-US" sz="1800">
                <a:cs typeface="Calibri"/>
              </a:rPr>
              <a:t>as break bulk </a:t>
            </a:r>
            <a:r>
              <a:rPr lang="en-AU" altLang="en-US" sz="1800" b="1" i="1">
                <a:cs typeface="Calibri"/>
              </a:rPr>
              <a:t>must </a:t>
            </a:r>
            <a:r>
              <a:rPr lang="en-AU" altLang="en-US" sz="1800">
                <a:cs typeface="Calibri"/>
              </a:rPr>
              <a:t>be treated offshore.</a:t>
            </a:r>
            <a:endParaRPr lang="en-AU" altLang="en-US" sz="1800">
              <a:ea typeface="Calibri"/>
              <a:cs typeface="Calibri"/>
            </a:endParaRPr>
          </a:p>
          <a:p>
            <a:pPr marL="285750" indent="-285750">
              <a:lnSpc>
                <a:spcPct val="100000"/>
              </a:lnSpc>
              <a:spcAft>
                <a:spcPts val="1000"/>
              </a:spcAft>
              <a:buFont typeface="Arial" panose="020B0604020202020204" pitchFamily="34" charset="0"/>
              <a:buChar char="•"/>
            </a:pPr>
            <a:r>
              <a:rPr lang="en-AU" altLang="en-US" sz="1800">
                <a:cs typeface="Calibri"/>
              </a:rPr>
              <a:t>No allowances will be made for untreated break bulk and goods will be directed for export.</a:t>
            </a:r>
            <a:endParaRPr lang="en-AU" altLang="en-US" sz="1800">
              <a:ea typeface="Calibri"/>
              <a:cs typeface="Calibri"/>
            </a:endParaRPr>
          </a:p>
          <a:p>
            <a:pPr marL="285750" indent="-285750">
              <a:lnSpc>
                <a:spcPct val="100000"/>
              </a:lnSpc>
              <a:spcAft>
                <a:spcPts val="1000"/>
              </a:spcAft>
              <a:buFont typeface="Arial" panose="020B0604020202020204" pitchFamily="34" charset="0"/>
              <a:buChar char="•"/>
            </a:pPr>
            <a:r>
              <a:rPr lang="en-AU" altLang="en-US" sz="1800">
                <a:cs typeface="Calibri"/>
              </a:rPr>
              <a:t>Must be shipped on board within 120 hours of the completion of treatment (if treated in a target risk country prior to 1 December).</a:t>
            </a:r>
            <a:endParaRPr lang="en-AU" altLang="en-US" sz="1800">
              <a:ea typeface="Calibri"/>
              <a:cs typeface="Calibri"/>
            </a:endParaRPr>
          </a:p>
          <a:p>
            <a:pPr marL="285750" indent="-285750">
              <a:lnSpc>
                <a:spcPct val="100000"/>
              </a:lnSpc>
              <a:spcAft>
                <a:spcPts val="1000"/>
              </a:spcAft>
              <a:buFont typeface="Arial" panose="020B0604020202020204" pitchFamily="34" charset="0"/>
              <a:buChar char="•"/>
            </a:pPr>
            <a:r>
              <a:rPr lang="en-AU" altLang="en-US" sz="1800">
                <a:cs typeface="Calibri"/>
              </a:rPr>
              <a:t>FCL containers (inc. SOCs) that have been modified, such as those used to house in-built power generators, portable workshops etc</a:t>
            </a:r>
            <a:r>
              <a:rPr lang="en-AU" altLang="en-US">
                <a:cs typeface="Calibri"/>
              </a:rPr>
              <a:t>.,</a:t>
            </a:r>
            <a:r>
              <a:rPr lang="en-AU" altLang="en-US" sz="1800">
                <a:cs typeface="Calibri"/>
              </a:rPr>
              <a:t> are considered break bulk.</a:t>
            </a:r>
            <a:endParaRPr lang="en-AU" altLang="en-US" sz="1800">
              <a:ea typeface="Calibri"/>
              <a:cs typeface="Calibri"/>
            </a:endParaRPr>
          </a:p>
        </p:txBody>
      </p:sp>
      <p:pic>
        <p:nvPicPr>
          <p:cNvPr id="8" name="Picture 7">
            <a:extLst>
              <a:ext uri="{FF2B5EF4-FFF2-40B4-BE49-F238E27FC236}">
                <a16:creationId xmlns:a16="http://schemas.microsoft.com/office/drawing/2014/main" id="{BC5F769E-B4DE-5BFA-0B91-57316D119760}"/>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8051478" flipV="1">
            <a:off x="6509296" y="-238432"/>
            <a:ext cx="1627663" cy="1627532"/>
          </a:xfrm>
          <a:prstGeom prst="rect">
            <a:avLst/>
          </a:prstGeom>
        </p:spPr>
      </p:pic>
      <p:pic>
        <p:nvPicPr>
          <p:cNvPr id="9" name="Picture 8">
            <a:extLst>
              <a:ext uri="{FF2B5EF4-FFF2-40B4-BE49-F238E27FC236}">
                <a16:creationId xmlns:a16="http://schemas.microsoft.com/office/drawing/2014/main" id="{19A076F8-165E-A56C-6E29-4DCFA0F8F257}"/>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5490236" flipV="1">
            <a:off x="8141249" y="464447"/>
            <a:ext cx="1306216" cy="1306111"/>
          </a:xfrm>
          <a:prstGeom prst="rect">
            <a:avLst/>
          </a:prstGeom>
        </p:spPr>
      </p:pic>
      <p:pic>
        <p:nvPicPr>
          <p:cNvPr id="10" name="Picture 9">
            <a:extLst>
              <a:ext uri="{FF2B5EF4-FFF2-40B4-BE49-F238E27FC236}">
                <a16:creationId xmlns:a16="http://schemas.microsoft.com/office/drawing/2014/main" id="{9E8449E0-0DB2-0A2D-04E9-D927C3B8B968}"/>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7850724" flipH="1" flipV="1">
            <a:off x="-10608" y="5945174"/>
            <a:ext cx="989989" cy="989910"/>
          </a:xfrm>
          <a:prstGeom prst="rect">
            <a:avLst/>
          </a:prstGeom>
        </p:spPr>
      </p:pic>
      <p:sp>
        <p:nvSpPr>
          <p:cNvPr id="11" name="Text Placeholder 3">
            <a:extLst>
              <a:ext uri="{FF2B5EF4-FFF2-40B4-BE49-F238E27FC236}">
                <a16:creationId xmlns:a16="http://schemas.microsoft.com/office/drawing/2014/main" id="{1813888A-3A85-9C3B-8EAC-F6F9C36FC729}"/>
              </a:ext>
            </a:extLst>
          </p:cNvPr>
          <p:cNvSpPr txBox="1">
            <a:spLocks/>
          </p:cNvSpPr>
          <p:nvPr/>
        </p:nvSpPr>
        <p:spPr>
          <a:xfrm>
            <a:off x="6409344" y="1629481"/>
            <a:ext cx="5117232" cy="4805423"/>
          </a:xfrm>
          <a:prstGeom prst="rect">
            <a:avLst/>
          </a:prstGeom>
          <a:solidFill>
            <a:schemeClr val="bg2">
              <a:lumMod val="40000"/>
              <a:lumOff val="60000"/>
              <a:alpha val="66000"/>
            </a:schemeClr>
          </a:solidFill>
          <a:effectLst>
            <a:softEdge rad="50800"/>
          </a:effectLst>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1000"/>
              </a:spcAft>
              <a:buNone/>
            </a:pPr>
            <a:r>
              <a:rPr lang="en-AU" altLang="en-US" sz="1800" b="1">
                <a:cs typeface="Calibri"/>
              </a:rPr>
              <a:t>Containerised</a:t>
            </a:r>
          </a:p>
          <a:p>
            <a:pPr>
              <a:lnSpc>
                <a:spcPct val="100000"/>
              </a:lnSpc>
              <a:spcBef>
                <a:spcPts val="0"/>
              </a:spcBef>
              <a:spcAft>
                <a:spcPts val="1000"/>
              </a:spcAft>
            </a:pPr>
            <a:r>
              <a:rPr lang="en-AU" altLang="en-US" sz="1800">
                <a:cs typeface="Calibri"/>
              </a:rPr>
              <a:t>Refers to sealed six hard sided </a:t>
            </a:r>
            <a:br>
              <a:rPr lang="en-AU" altLang="en-US" sz="1800">
                <a:cs typeface="Calibri" panose="020F0502020204030204" pitchFamily="34" charset="0"/>
              </a:rPr>
            </a:br>
            <a:r>
              <a:rPr lang="en-AU" altLang="en-US" sz="1800">
                <a:cs typeface="Calibri"/>
              </a:rPr>
              <a:t>containers - general purpose/dry box.</a:t>
            </a:r>
            <a:endParaRPr lang="en-AU" altLang="en-US" sz="1800">
              <a:ea typeface="Calibri"/>
              <a:cs typeface="Calibri"/>
            </a:endParaRPr>
          </a:p>
          <a:p>
            <a:pPr>
              <a:lnSpc>
                <a:spcPct val="100000"/>
              </a:lnSpc>
              <a:spcBef>
                <a:spcPts val="0"/>
              </a:spcBef>
              <a:spcAft>
                <a:spcPts val="1000"/>
              </a:spcAft>
            </a:pPr>
            <a:r>
              <a:rPr lang="en-AU" altLang="en-US" sz="1800">
                <a:cs typeface="Calibri"/>
              </a:rPr>
              <a:t>Refrigerated containers (operating or non-operating) fall into this category and are subject to the measures.</a:t>
            </a:r>
            <a:endParaRPr lang="en-AU" altLang="en-US" sz="1800">
              <a:ea typeface="Calibri"/>
              <a:cs typeface="Calibri"/>
            </a:endParaRPr>
          </a:p>
          <a:p>
            <a:pPr>
              <a:lnSpc>
                <a:spcPct val="100000"/>
              </a:lnSpc>
              <a:spcBef>
                <a:spcPts val="0"/>
              </a:spcBef>
              <a:spcAft>
                <a:spcPts val="1000"/>
              </a:spcAft>
            </a:pPr>
            <a:r>
              <a:rPr lang="en-AU" altLang="en-US" sz="1800">
                <a:cs typeface="Calibri"/>
              </a:rPr>
              <a:t>Has the option for onshore treatment.</a:t>
            </a:r>
            <a:endParaRPr lang="en-AU" altLang="en-US" sz="1800">
              <a:ea typeface="Calibri"/>
              <a:cs typeface="Calibri"/>
            </a:endParaRPr>
          </a:p>
          <a:p>
            <a:pPr>
              <a:lnSpc>
                <a:spcPct val="100000"/>
              </a:lnSpc>
              <a:spcBef>
                <a:spcPts val="0"/>
              </a:spcBef>
              <a:spcAft>
                <a:spcPts val="1000"/>
              </a:spcAft>
            </a:pPr>
            <a:r>
              <a:rPr lang="en-AU" sz="1800">
                <a:cs typeface="Calibri"/>
              </a:rPr>
              <a:t>Must be sealed within 120 hours of treatment completion (if treated prior to 1 December in a target risk country).</a:t>
            </a:r>
            <a:endParaRPr lang="en-AU" sz="1800">
              <a:ea typeface="Calibri"/>
              <a:cs typeface="Calibri"/>
            </a:endParaRPr>
          </a:p>
          <a:p>
            <a:pPr>
              <a:lnSpc>
                <a:spcPct val="100000"/>
              </a:lnSpc>
              <a:spcBef>
                <a:spcPts val="0"/>
              </a:spcBef>
              <a:spcAft>
                <a:spcPts val="1000"/>
              </a:spcAft>
            </a:pPr>
            <a:r>
              <a:rPr lang="en-AU" altLang="en-US" sz="1800">
                <a:cs typeface="Calibri"/>
              </a:rPr>
              <a:t>Hard top open tops (</a:t>
            </a:r>
            <a:r>
              <a:rPr lang="en-AU" altLang="en-US" sz="1800" b="1">
                <a:cs typeface="Calibri"/>
              </a:rPr>
              <a:t>ISO22U6/ISO22UP</a:t>
            </a:r>
            <a:r>
              <a:rPr lang="en-AU" altLang="en-US" sz="1800">
                <a:cs typeface="Calibri"/>
              </a:rPr>
              <a:t>, </a:t>
            </a:r>
            <a:r>
              <a:rPr lang="en-AU" altLang="en-US" sz="1800" b="1">
                <a:cs typeface="Calibri"/>
              </a:rPr>
              <a:t>ISO42U6/ISO42UP </a:t>
            </a:r>
            <a:r>
              <a:rPr lang="en-AU" altLang="en-US" sz="1800">
                <a:cs typeface="Calibri"/>
              </a:rPr>
              <a:t>and </a:t>
            </a:r>
            <a:r>
              <a:rPr lang="en-AU" altLang="en-US" sz="1800" b="1">
                <a:cs typeface="Calibri"/>
              </a:rPr>
              <a:t>ISO45U6/ISO45UP</a:t>
            </a:r>
            <a:r>
              <a:rPr lang="en-AU" altLang="en-US" sz="1800">
                <a:cs typeface="Calibri"/>
              </a:rPr>
              <a:t>) are deemed to be a sealed six hard sided container.</a:t>
            </a:r>
            <a:endParaRPr lang="en-AU" altLang="en-US" sz="1800">
              <a:ea typeface="Calibri"/>
              <a:cs typeface="Calibri"/>
            </a:endParaRPr>
          </a:p>
        </p:txBody>
      </p:sp>
    </p:spTree>
    <p:extLst>
      <p:ext uri="{BB962C8B-B14F-4D97-AF65-F5344CB8AC3E}">
        <p14:creationId xmlns:p14="http://schemas.microsoft.com/office/powerpoint/2010/main" val="2084082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04D6E-B677-DC70-46C9-26BC6589030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23092D4-EEC2-BF13-B87F-4CC06CA0BC78}"/>
              </a:ext>
              <a:ext uri="{C183D7F6-B498-43B3-948B-1728B52AA6E4}">
                <adec:decorative xmlns:adec="http://schemas.microsoft.com/office/drawing/2017/decorative" val="1"/>
              </a:ext>
            </a:extLst>
          </p:cNvPr>
          <p:cNvPicPr>
            <a:picLocks noChangeAspect="1"/>
          </p:cNvPicPr>
          <p:nvPr/>
        </p:nvPicPr>
        <p:blipFill rotWithShape="1">
          <a:blip r:embed="rId3">
            <a:alphaModFix/>
            <a:extLst>
              <a:ext uri="{28A0092B-C50C-407E-A947-70E740481C1C}">
                <a14:useLocalDpi xmlns:a14="http://schemas.microsoft.com/office/drawing/2010/main" val="0"/>
              </a:ext>
            </a:extLst>
          </a:blip>
          <a:srcRect l="-181" t="-1274" r="24419" b="24642"/>
          <a:stretch/>
        </p:blipFill>
        <p:spPr>
          <a:xfrm>
            <a:off x="8659904" y="3291681"/>
            <a:ext cx="3532096" cy="3566319"/>
          </a:xfrm>
          <a:prstGeom prst="rect">
            <a:avLst/>
          </a:prstGeom>
        </p:spPr>
      </p:pic>
      <p:sp>
        <p:nvSpPr>
          <p:cNvPr id="2" name="Text Placeholder 4">
            <a:extLst>
              <a:ext uri="{FF2B5EF4-FFF2-40B4-BE49-F238E27FC236}">
                <a16:creationId xmlns:a16="http://schemas.microsoft.com/office/drawing/2014/main" id="{DEFEAB68-9E0C-5C03-3D74-D3C1C128043A}"/>
              </a:ext>
            </a:extLst>
          </p:cNvPr>
          <p:cNvSpPr txBox="1">
            <a:spLocks noGrp="1"/>
          </p:cNvSpPr>
          <p:nvPr>
            <p:ph type="title" idx="4294967295"/>
          </p:nvPr>
        </p:nvSpPr>
        <p:spPr>
          <a:xfrm>
            <a:off x="689679" y="821327"/>
            <a:ext cx="9208465" cy="58694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4000" b="1" i="0" u="none" strike="noStrike" kern="1200" cap="none" spc="0" normalizeH="0" baseline="0" noProof="0">
                <a:ln>
                  <a:noFill/>
                </a:ln>
                <a:solidFill>
                  <a:schemeClr val="tx1"/>
                </a:solidFill>
                <a:effectLst/>
                <a:uLnTx/>
                <a:uFillTx/>
                <a:latin typeface="+mn-lt"/>
                <a:ea typeface="+mn-ea"/>
                <a:cs typeface="+mn-cs"/>
              </a:rPr>
              <a:t>BMSB Approved Treatments</a:t>
            </a:r>
            <a:endParaRPr kumimoji="0" lang="en-AU" sz="4800" b="1" i="0" u="none" strike="noStrike" kern="1200" cap="none" spc="0" normalizeH="0" baseline="0" noProof="0">
              <a:ln>
                <a:noFill/>
              </a:ln>
              <a:solidFill>
                <a:schemeClr val="tx1"/>
              </a:solidFill>
              <a:effectLst/>
              <a:uLnTx/>
              <a:uFillTx/>
              <a:latin typeface="+mn-lt"/>
              <a:ea typeface="+mn-ea"/>
              <a:cs typeface="+mn-cs"/>
            </a:endParaRPr>
          </a:p>
        </p:txBody>
      </p:sp>
      <p:sp>
        <p:nvSpPr>
          <p:cNvPr id="3" name="TextBox 2">
            <a:extLst>
              <a:ext uri="{FF2B5EF4-FFF2-40B4-BE49-F238E27FC236}">
                <a16:creationId xmlns:a16="http://schemas.microsoft.com/office/drawing/2014/main" id="{5BF578E0-67DD-F089-22BA-E4C739029D67}"/>
              </a:ext>
            </a:extLst>
          </p:cNvPr>
          <p:cNvSpPr txBox="1"/>
          <p:nvPr/>
        </p:nvSpPr>
        <p:spPr>
          <a:xfrm>
            <a:off x="689680" y="1533106"/>
            <a:ext cx="5117232" cy="5016758"/>
          </a:xfrm>
          <a:prstGeom prst="rect">
            <a:avLst/>
          </a:prstGeom>
          <a:noFill/>
        </p:spPr>
        <p:txBody>
          <a:bodyPr wrap="square">
            <a:spAutoFit/>
          </a:bodyPr>
          <a:lstStyle/>
          <a:p>
            <a:pPr marL="0" indent="0">
              <a:lnSpc>
                <a:spcPct val="100000"/>
              </a:lnSpc>
              <a:spcAft>
                <a:spcPts val="1000"/>
              </a:spcAft>
              <a:buNone/>
            </a:pPr>
            <a:r>
              <a:rPr lang="en-AU" altLang="en-US" sz="1800" b="1">
                <a:cs typeface="Calibri" panose="020F0502020204030204" pitchFamily="34" charset="0"/>
              </a:rPr>
              <a:t>Offshore Treatment Providers</a:t>
            </a:r>
          </a:p>
          <a:p>
            <a:pPr marL="285750" indent="-285750">
              <a:lnSpc>
                <a:spcPct val="100000"/>
              </a:lnSpc>
              <a:spcBef>
                <a:spcPts val="0"/>
              </a:spcBef>
              <a:spcAft>
                <a:spcPts val="1000"/>
              </a:spcAft>
              <a:buFont typeface="Arial" panose="020B0604020202020204" pitchFamily="34" charset="0"/>
              <a:buChar char="•"/>
            </a:pPr>
            <a:r>
              <a:rPr lang="en-AU" altLang="en-US">
                <a:cs typeface="Calibri" panose="020F0502020204030204" pitchFamily="34" charset="0"/>
              </a:rPr>
              <a:t>Four</a:t>
            </a:r>
            <a:r>
              <a:rPr lang="en-AU" altLang="en-US" sz="1800">
                <a:cs typeface="Calibri" panose="020F0502020204030204" pitchFamily="34" charset="0"/>
              </a:rPr>
              <a:t> approved BMSB treatment </a:t>
            </a:r>
            <a:r>
              <a:rPr lang="en-AU" altLang="en-US">
                <a:cs typeface="Calibri" panose="020F0502020204030204" pitchFamily="34" charset="0"/>
              </a:rPr>
              <a:t>types </a:t>
            </a:r>
            <a:r>
              <a:rPr lang="en-AU" altLang="en-US" sz="1800">
                <a:cs typeface="Calibri" panose="020F0502020204030204" pitchFamily="34" charset="0"/>
              </a:rPr>
              <a:t>BMSB: </a:t>
            </a:r>
          </a:p>
          <a:p>
            <a:pPr>
              <a:lnSpc>
                <a:spcPct val="100000"/>
              </a:lnSpc>
              <a:spcBef>
                <a:spcPts val="0"/>
              </a:spcBef>
              <a:spcAft>
                <a:spcPts val="1000"/>
              </a:spcAft>
            </a:pPr>
            <a:endParaRPr lang="en-AU" altLang="en-US">
              <a:cs typeface="Calibri" panose="020F0502020204030204" pitchFamily="34" charset="0"/>
            </a:endParaRPr>
          </a:p>
          <a:p>
            <a:pPr>
              <a:lnSpc>
                <a:spcPct val="100000"/>
              </a:lnSpc>
              <a:spcBef>
                <a:spcPts val="0"/>
              </a:spcBef>
              <a:spcAft>
                <a:spcPts val="1000"/>
              </a:spcAft>
            </a:pPr>
            <a:endParaRPr lang="en-AU" altLang="en-US" sz="1800">
              <a:cs typeface="Calibri" panose="020F0502020204030204" pitchFamily="34" charset="0"/>
            </a:endParaRPr>
          </a:p>
          <a:p>
            <a:pPr marL="285750" indent="-285750">
              <a:lnSpc>
                <a:spcPct val="100000"/>
              </a:lnSpc>
              <a:spcAft>
                <a:spcPts val="1000"/>
              </a:spcAft>
              <a:buFont typeface="Arial" panose="020B0604020202020204" pitchFamily="34" charset="0"/>
              <a:buChar char="•"/>
            </a:pPr>
            <a:r>
              <a:rPr lang="en-AU" altLang="en-US" sz="1800">
                <a:cs typeface="Calibri" panose="020F0502020204030204" pitchFamily="34" charset="0"/>
              </a:rPr>
              <a:t>All treatment providers in target risk countries that intend to conduct BMSB treatments must register under </a:t>
            </a:r>
            <a:r>
              <a:rPr lang="en-AU" altLang="en-US" sz="1800">
                <a:cs typeface="Calibri" panose="020F0502020204030204" pitchFamily="34" charset="0"/>
                <a:hlinkClick r:id="rId4"/>
              </a:rPr>
              <a:t>AusTreat</a:t>
            </a:r>
            <a:r>
              <a:rPr lang="en-AU" altLang="en-US" sz="1800">
                <a:cs typeface="Calibri" panose="020F0502020204030204" pitchFamily="34" charset="0"/>
              </a:rPr>
              <a:t>.</a:t>
            </a:r>
          </a:p>
          <a:p>
            <a:pPr marL="285750" indent="-285750">
              <a:lnSpc>
                <a:spcPct val="100000"/>
              </a:lnSpc>
              <a:spcAft>
                <a:spcPts val="1000"/>
              </a:spcAft>
              <a:buFont typeface="Arial" panose="020B0604020202020204" pitchFamily="34" charset="0"/>
              <a:buChar char="•"/>
            </a:pPr>
            <a:r>
              <a:rPr lang="en-AU" altLang="en-US" sz="1800">
                <a:cs typeface="Calibri" panose="020F0502020204030204" pitchFamily="34" charset="0"/>
              </a:rPr>
              <a:t>Treatment providers in non-target risk countries that intend to conduct BMSB treatments are encouraged to register under </a:t>
            </a:r>
            <a:r>
              <a:rPr lang="en-AU" altLang="en-US" sz="1800">
                <a:cs typeface="Calibri" panose="020F0502020204030204" pitchFamily="34" charset="0"/>
                <a:hlinkClick r:id="rId4"/>
              </a:rPr>
              <a:t>AusTreat</a:t>
            </a:r>
            <a:r>
              <a:rPr lang="en-AU" altLang="en-US" sz="1800">
                <a:cs typeface="Calibri" panose="020F0502020204030204" pitchFamily="34" charset="0"/>
              </a:rPr>
              <a:t> however, it is not mandatory.</a:t>
            </a:r>
          </a:p>
          <a:p>
            <a:pPr marL="285750" indent="-285750">
              <a:lnSpc>
                <a:spcPct val="100000"/>
              </a:lnSpc>
              <a:spcAft>
                <a:spcPts val="1000"/>
              </a:spcAft>
              <a:buFont typeface="Arial" panose="020B0604020202020204" pitchFamily="34" charset="0"/>
              <a:buChar char="•"/>
            </a:pPr>
            <a:r>
              <a:rPr lang="en-AU" altLang="en-US" sz="1800">
                <a:cs typeface="Calibri" panose="020F0502020204030204" pitchFamily="34" charset="0"/>
              </a:rPr>
              <a:t>All queries relating to offshore BMSB treatment requirements, methodologies and provider registrations and approvals to be directed to </a:t>
            </a:r>
            <a:r>
              <a:rPr lang="en-AU" altLang="en-US" sz="1800">
                <a:cs typeface="Calibri" panose="020F0502020204030204" pitchFamily="34" charset="0"/>
                <a:hlinkClick r:id="rId5"/>
              </a:rPr>
              <a:t>offshoretreatments@aff.gov.au</a:t>
            </a:r>
            <a:r>
              <a:rPr lang="en-AU" altLang="en-US" sz="1800">
                <a:cs typeface="Calibri" panose="020F0502020204030204" pitchFamily="34" charset="0"/>
              </a:rPr>
              <a:t>. </a:t>
            </a:r>
          </a:p>
        </p:txBody>
      </p:sp>
      <p:sp>
        <p:nvSpPr>
          <p:cNvPr id="94" name="TextBox 93">
            <a:extLst>
              <a:ext uri="{FF2B5EF4-FFF2-40B4-BE49-F238E27FC236}">
                <a16:creationId xmlns:a16="http://schemas.microsoft.com/office/drawing/2014/main" id="{E422D7B6-0304-E279-EC46-0FADD9E42052}"/>
              </a:ext>
            </a:extLst>
          </p:cNvPr>
          <p:cNvSpPr txBox="1"/>
          <p:nvPr/>
        </p:nvSpPr>
        <p:spPr>
          <a:xfrm>
            <a:off x="758259" y="2397433"/>
            <a:ext cx="4579551" cy="748603"/>
          </a:xfrm>
          <a:prstGeom prst="rect">
            <a:avLst/>
          </a:prstGeom>
          <a:noFill/>
        </p:spPr>
        <p:txBody>
          <a:bodyPr wrap="square" numCol="2">
            <a:spAutoFit/>
          </a:bodyPr>
          <a:lstStyle/>
          <a:p>
            <a:pPr lvl="1">
              <a:lnSpc>
                <a:spcPct val="100000"/>
              </a:lnSpc>
              <a:spcBef>
                <a:spcPts val="0"/>
              </a:spcBef>
              <a:spcAft>
                <a:spcPts val="1000"/>
              </a:spcAft>
              <a:buFont typeface="Wingdings" panose="05000000000000000000" pitchFamily="2" charset="2"/>
              <a:buChar char="Ø"/>
            </a:pPr>
            <a:r>
              <a:rPr lang="en-AU" altLang="en-US" sz="1400">
                <a:cs typeface="Calibri" panose="020F0502020204030204" pitchFamily="34" charset="0"/>
              </a:rPr>
              <a:t>  </a:t>
            </a:r>
            <a:r>
              <a:rPr lang="en-AU" altLang="en-US" sz="1400">
                <a:cs typeface="Calibri" panose="020F0502020204030204" pitchFamily="34" charset="0"/>
                <a:hlinkClick r:id="rId6"/>
              </a:rPr>
              <a:t>Methyl Bromide</a:t>
            </a:r>
            <a:endParaRPr lang="en-AU" altLang="en-US" sz="1400">
              <a:cs typeface="Calibri" panose="020F0502020204030204" pitchFamily="34" charset="0"/>
            </a:endParaRPr>
          </a:p>
          <a:p>
            <a:pPr lvl="1">
              <a:lnSpc>
                <a:spcPct val="100000"/>
              </a:lnSpc>
              <a:spcBef>
                <a:spcPts val="0"/>
              </a:spcBef>
              <a:spcAft>
                <a:spcPts val="1000"/>
              </a:spcAft>
              <a:buFont typeface="Wingdings" panose="05000000000000000000" pitchFamily="2" charset="2"/>
              <a:buChar char="Ø"/>
            </a:pPr>
            <a:r>
              <a:rPr lang="en-AU" altLang="en-US" sz="1400">
                <a:cs typeface="Calibri" panose="020F0502020204030204" pitchFamily="34" charset="0"/>
              </a:rPr>
              <a:t>  </a:t>
            </a:r>
            <a:r>
              <a:rPr lang="en-AU" altLang="en-US" sz="1400">
                <a:cs typeface="Calibri" panose="020F0502020204030204" pitchFamily="34" charset="0"/>
                <a:hlinkClick r:id="rId7"/>
              </a:rPr>
              <a:t>Sulfuryl Fluoride</a:t>
            </a:r>
            <a:endParaRPr lang="en-AU" altLang="en-US" sz="1400">
              <a:cs typeface="Calibri" panose="020F0502020204030204" pitchFamily="34" charset="0"/>
            </a:endParaRPr>
          </a:p>
          <a:p>
            <a:pPr lvl="1">
              <a:lnSpc>
                <a:spcPct val="100000"/>
              </a:lnSpc>
              <a:spcBef>
                <a:spcPts val="0"/>
              </a:spcBef>
              <a:spcAft>
                <a:spcPts val="1000"/>
              </a:spcAft>
              <a:buFont typeface="Wingdings" panose="05000000000000000000" pitchFamily="2" charset="2"/>
              <a:buChar char="Ø"/>
            </a:pPr>
            <a:r>
              <a:rPr lang="en-AU" altLang="en-US" sz="1400">
                <a:cs typeface="Calibri" panose="020F0502020204030204" pitchFamily="34" charset="0"/>
              </a:rPr>
              <a:t>  </a:t>
            </a:r>
            <a:r>
              <a:rPr lang="en-AU" altLang="en-US" sz="1400">
                <a:cs typeface="Calibri" panose="020F0502020204030204" pitchFamily="34" charset="0"/>
                <a:hlinkClick r:id="rId8"/>
              </a:rPr>
              <a:t>Ethyl </a:t>
            </a:r>
            <a:r>
              <a:rPr lang="en-AU" altLang="en-US" sz="1400" err="1">
                <a:cs typeface="Calibri" panose="020F0502020204030204" pitchFamily="34" charset="0"/>
                <a:hlinkClick r:id="rId8"/>
              </a:rPr>
              <a:t>Formate</a:t>
            </a:r>
            <a:endParaRPr lang="en-AU" altLang="en-US" sz="1400">
              <a:cs typeface="Calibri" panose="020F0502020204030204" pitchFamily="34" charset="0"/>
            </a:endParaRPr>
          </a:p>
          <a:p>
            <a:pPr lvl="1">
              <a:lnSpc>
                <a:spcPct val="100000"/>
              </a:lnSpc>
              <a:spcBef>
                <a:spcPts val="0"/>
              </a:spcBef>
              <a:spcAft>
                <a:spcPts val="1000"/>
              </a:spcAft>
              <a:buFont typeface="Wingdings" panose="05000000000000000000" pitchFamily="2" charset="2"/>
              <a:buChar char="Ø"/>
            </a:pPr>
            <a:r>
              <a:rPr lang="en-AU" altLang="en-US" sz="1400">
                <a:cs typeface="Calibri" panose="020F0502020204030204" pitchFamily="34" charset="0"/>
              </a:rPr>
              <a:t>  </a:t>
            </a:r>
            <a:r>
              <a:rPr lang="en-AU" altLang="en-US" sz="1400">
                <a:cs typeface="Calibri" panose="020F0502020204030204" pitchFamily="34" charset="0"/>
                <a:hlinkClick r:id="rId9"/>
              </a:rPr>
              <a:t>Heat treatment</a:t>
            </a:r>
            <a:endParaRPr lang="en-AU" altLang="en-US" sz="1400">
              <a:cs typeface="Calibri" panose="020F0502020204030204" pitchFamily="34" charset="0"/>
            </a:endParaRPr>
          </a:p>
        </p:txBody>
      </p:sp>
      <p:sp>
        <p:nvSpPr>
          <p:cNvPr id="92" name="Text Placeholder 3">
            <a:extLst>
              <a:ext uri="{FF2B5EF4-FFF2-40B4-BE49-F238E27FC236}">
                <a16:creationId xmlns:a16="http://schemas.microsoft.com/office/drawing/2014/main" id="{41E42E3C-231A-E8D2-3AFC-B57C43DEC0D6}"/>
              </a:ext>
            </a:extLst>
          </p:cNvPr>
          <p:cNvSpPr txBox="1">
            <a:spLocks/>
          </p:cNvSpPr>
          <p:nvPr/>
        </p:nvSpPr>
        <p:spPr>
          <a:xfrm>
            <a:off x="6385088" y="1533106"/>
            <a:ext cx="5117232" cy="4805423"/>
          </a:xfrm>
          <a:prstGeom prst="rect">
            <a:avLst/>
          </a:prstGeom>
          <a:solidFill>
            <a:schemeClr val="bg2">
              <a:lumMod val="40000"/>
              <a:lumOff val="60000"/>
              <a:alpha val="66000"/>
            </a:schemeClr>
          </a:solidFill>
          <a:effectLst>
            <a:softEdge rad="50800"/>
          </a:effectLst>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1000"/>
              </a:spcAft>
              <a:buNone/>
            </a:pPr>
            <a:r>
              <a:rPr lang="en-AU" altLang="en-US" sz="1800" b="1">
                <a:cs typeface="Calibri" panose="020F0502020204030204" pitchFamily="34" charset="0"/>
              </a:rPr>
              <a:t>Onshore Treatment Providers</a:t>
            </a:r>
          </a:p>
          <a:p>
            <a:pPr>
              <a:lnSpc>
                <a:spcPct val="100000"/>
              </a:lnSpc>
              <a:spcBef>
                <a:spcPts val="0"/>
              </a:spcBef>
              <a:spcAft>
                <a:spcPts val="1000"/>
              </a:spcAft>
            </a:pPr>
            <a:r>
              <a:rPr lang="en-AU" altLang="en-US" sz="1800">
                <a:cs typeface="Calibri" panose="020F0502020204030204" pitchFamily="34" charset="0"/>
              </a:rPr>
              <a:t>Three approved arrangement (AA) classes support onshore treatment providers to manage BMSB: </a:t>
            </a:r>
          </a:p>
          <a:p>
            <a:pPr lvl="1">
              <a:lnSpc>
                <a:spcPct val="100000"/>
              </a:lnSpc>
              <a:spcBef>
                <a:spcPts val="0"/>
              </a:spcBef>
              <a:spcAft>
                <a:spcPts val="1000"/>
              </a:spcAft>
              <a:buFont typeface="Wingdings" panose="05000000000000000000" pitchFamily="2" charset="2"/>
              <a:buChar char="Ø"/>
            </a:pPr>
            <a:r>
              <a:rPr lang="en-AU" altLang="en-US" sz="1400">
                <a:cs typeface="Calibri" panose="020F0502020204030204" pitchFamily="34" charset="0"/>
              </a:rPr>
              <a:t>12.1 - Methyl Bromide fumigation </a:t>
            </a:r>
          </a:p>
          <a:p>
            <a:pPr lvl="1">
              <a:lnSpc>
                <a:spcPct val="100000"/>
              </a:lnSpc>
              <a:spcBef>
                <a:spcPts val="0"/>
              </a:spcBef>
              <a:spcAft>
                <a:spcPts val="1000"/>
              </a:spcAft>
              <a:buFont typeface="Wingdings" panose="05000000000000000000" pitchFamily="2" charset="2"/>
              <a:buChar char="Ø"/>
            </a:pPr>
            <a:r>
              <a:rPr lang="en-AU" altLang="en-US" sz="1400">
                <a:cs typeface="Calibri" panose="020F0502020204030204" pitchFamily="34" charset="0"/>
              </a:rPr>
              <a:t>12.2 - Sulfuryl Fluoride fumigation </a:t>
            </a:r>
          </a:p>
          <a:p>
            <a:pPr lvl="1">
              <a:lnSpc>
                <a:spcPct val="100000"/>
              </a:lnSpc>
              <a:spcBef>
                <a:spcPts val="0"/>
              </a:spcBef>
              <a:spcAft>
                <a:spcPts val="1000"/>
              </a:spcAft>
              <a:buFont typeface="Wingdings" panose="05000000000000000000" pitchFamily="2" charset="2"/>
              <a:buChar char="Ø"/>
            </a:pPr>
            <a:r>
              <a:rPr lang="en-AU" altLang="en-US" sz="1400">
                <a:cs typeface="Calibri" panose="020F0502020204030204" pitchFamily="34" charset="0"/>
              </a:rPr>
              <a:t>12.3 - Heat treatment</a:t>
            </a:r>
          </a:p>
          <a:p>
            <a:pPr>
              <a:lnSpc>
                <a:spcPct val="100000"/>
              </a:lnSpc>
              <a:spcBef>
                <a:spcPts val="0"/>
              </a:spcBef>
              <a:spcAft>
                <a:spcPts val="1000"/>
              </a:spcAft>
            </a:pPr>
            <a:r>
              <a:rPr lang="en-AU" altLang="en-US" sz="1800">
                <a:cs typeface="Calibri" panose="020F0502020204030204" pitchFamily="34" charset="0"/>
              </a:rPr>
              <a:t>Class 4.7 AA site:</a:t>
            </a:r>
          </a:p>
          <a:p>
            <a:pPr lvl="1">
              <a:lnSpc>
                <a:spcPct val="100000"/>
              </a:lnSpc>
              <a:spcBef>
                <a:spcPts val="0"/>
              </a:spcBef>
              <a:spcAft>
                <a:spcPts val="1000"/>
              </a:spcAft>
              <a:buFont typeface="Wingdings" panose="05000000000000000000" pitchFamily="2" charset="2"/>
              <a:buChar char="Ø"/>
            </a:pPr>
            <a:r>
              <a:rPr lang="en-AU" altLang="en-US" sz="1400">
                <a:cs typeface="Calibri" panose="020F0502020204030204" pitchFamily="34" charset="0"/>
              </a:rPr>
              <a:t>Class 4.7 allows a container unpack within a secure environment to enable effective treatment of the goods. </a:t>
            </a:r>
          </a:p>
          <a:p>
            <a:pPr lvl="1">
              <a:lnSpc>
                <a:spcPct val="100000"/>
              </a:lnSpc>
              <a:spcBef>
                <a:spcPts val="0"/>
              </a:spcBef>
              <a:spcAft>
                <a:spcPts val="1000"/>
              </a:spcAft>
              <a:buFont typeface="Wingdings" panose="05000000000000000000" pitchFamily="2" charset="2"/>
              <a:buChar char="Ø"/>
            </a:pPr>
            <a:r>
              <a:rPr lang="en-AU" altLang="en-US" sz="1400">
                <a:cs typeface="Calibri" panose="020F0502020204030204" pitchFamily="34" charset="0"/>
              </a:rPr>
              <a:t>Requests </a:t>
            </a:r>
            <a:r>
              <a:rPr lang="en-AU" altLang="en-US" sz="1400" b="1" i="1">
                <a:cs typeface="Calibri" panose="020F0502020204030204" pitchFamily="34" charset="0"/>
              </a:rPr>
              <a:t>must</a:t>
            </a:r>
            <a:r>
              <a:rPr lang="en-AU" altLang="en-US" sz="1400">
                <a:cs typeface="Calibri" panose="020F0502020204030204" pitchFamily="34" charset="0"/>
              </a:rPr>
              <a:t> be sent by the treatment provider to the onshore treatments team via email (</a:t>
            </a:r>
            <a:r>
              <a:rPr lang="en-AU" altLang="en-US" sz="1400">
                <a:cs typeface="Calibri" panose="020F0502020204030204" pitchFamily="34" charset="0"/>
                <a:hlinkClick r:id="rId10"/>
              </a:rPr>
              <a:t>treatments@aff.gov.au</a:t>
            </a:r>
            <a:r>
              <a:rPr lang="en-AU" altLang="en-US" sz="1400">
                <a:cs typeface="Calibri" panose="020F0502020204030204" pitchFamily="34" charset="0"/>
              </a:rPr>
              <a:t>). </a:t>
            </a:r>
          </a:p>
          <a:p>
            <a:pPr>
              <a:lnSpc>
                <a:spcPct val="100000"/>
              </a:lnSpc>
              <a:spcBef>
                <a:spcPts val="0"/>
              </a:spcBef>
              <a:spcAft>
                <a:spcPts val="1000"/>
              </a:spcAft>
            </a:pPr>
            <a:r>
              <a:rPr lang="en-AU" altLang="en-US" sz="1800">
                <a:cs typeface="Calibri" panose="020F0502020204030204" pitchFamily="34" charset="0"/>
              </a:rPr>
              <a:t>To reduce delays at the border, the department recommends that industry treat offshore or pack containers to allow effective onshore treatment.</a:t>
            </a:r>
          </a:p>
        </p:txBody>
      </p:sp>
      <p:pic>
        <p:nvPicPr>
          <p:cNvPr id="95" name="Picture 94">
            <a:extLst>
              <a:ext uri="{FF2B5EF4-FFF2-40B4-BE49-F238E27FC236}">
                <a16:creationId xmlns:a16="http://schemas.microsoft.com/office/drawing/2014/main" id="{E8E52714-2E6D-85F8-5065-D239EE90766B}"/>
              </a:ext>
              <a:ext uri="{C183D7F6-B498-43B3-948B-1728B52AA6E4}">
                <adec:decorative xmlns:adec="http://schemas.microsoft.com/office/drawing/2017/decorative" val="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rot="18800041">
            <a:off x="7817540" y="-255468"/>
            <a:ext cx="1627663" cy="1627532"/>
          </a:xfrm>
          <a:prstGeom prst="rect">
            <a:avLst/>
          </a:prstGeom>
        </p:spPr>
      </p:pic>
      <p:pic>
        <p:nvPicPr>
          <p:cNvPr id="96" name="Picture 95">
            <a:extLst>
              <a:ext uri="{FF2B5EF4-FFF2-40B4-BE49-F238E27FC236}">
                <a16:creationId xmlns:a16="http://schemas.microsoft.com/office/drawing/2014/main" id="{29B93983-C704-0FB2-CACF-4D60BFB0734D}"/>
              </a:ext>
              <a:ext uri="{C183D7F6-B498-43B3-948B-1728B52AA6E4}">
                <adec:decorative xmlns:adec="http://schemas.microsoft.com/office/drawing/2017/decorative" val="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rot="14922172">
            <a:off x="9902807" y="258140"/>
            <a:ext cx="1144087" cy="1143995"/>
          </a:xfrm>
          <a:prstGeom prst="rect">
            <a:avLst/>
          </a:prstGeom>
        </p:spPr>
      </p:pic>
      <p:pic>
        <p:nvPicPr>
          <p:cNvPr id="97" name="Picture 96">
            <a:extLst>
              <a:ext uri="{FF2B5EF4-FFF2-40B4-BE49-F238E27FC236}">
                <a16:creationId xmlns:a16="http://schemas.microsoft.com/office/drawing/2014/main" id="{7B7624E9-DA88-7FA3-C3F7-399F9AEB4F7B}"/>
              </a:ext>
              <a:ext uri="{C183D7F6-B498-43B3-948B-1728B52AA6E4}">
                <adec:decorative xmlns:adec="http://schemas.microsoft.com/office/drawing/2017/decorative" val="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rot="12298006">
            <a:off x="11470697" y="-92414"/>
            <a:ext cx="804036" cy="803971"/>
          </a:xfrm>
          <a:prstGeom prst="rect">
            <a:avLst/>
          </a:prstGeom>
        </p:spPr>
      </p:pic>
    </p:spTree>
    <p:extLst>
      <p:ext uri="{BB962C8B-B14F-4D97-AF65-F5344CB8AC3E}">
        <p14:creationId xmlns:p14="http://schemas.microsoft.com/office/powerpoint/2010/main" val="28295923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74392-91B8-2F8F-CBC0-79EA017CF10A}"/>
            </a:ext>
          </a:extLst>
        </p:cNvPr>
        <p:cNvGrpSpPr/>
        <p:nvPr/>
      </p:nvGrpSpPr>
      <p:grpSpPr>
        <a:xfrm>
          <a:off x="0" y="0"/>
          <a:ext cx="0" cy="0"/>
          <a:chOff x="0" y="0"/>
          <a:chExt cx="0" cy="0"/>
        </a:xfrm>
      </p:grpSpPr>
      <p:sp>
        <p:nvSpPr>
          <p:cNvPr id="2" name="Text Placeholder 4">
            <a:extLst>
              <a:ext uri="{FF2B5EF4-FFF2-40B4-BE49-F238E27FC236}">
                <a16:creationId xmlns:a16="http://schemas.microsoft.com/office/drawing/2014/main" id="{0D1716F7-9917-5021-634A-1DBF26E1817D}"/>
              </a:ext>
            </a:extLst>
          </p:cNvPr>
          <p:cNvSpPr txBox="1">
            <a:spLocks noGrp="1"/>
          </p:cNvSpPr>
          <p:nvPr>
            <p:ph type="title" idx="4294967295"/>
          </p:nvPr>
        </p:nvSpPr>
        <p:spPr>
          <a:xfrm>
            <a:off x="689679" y="821327"/>
            <a:ext cx="9208465" cy="58694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4000" b="1" i="0" u="none" strike="noStrike" kern="1200" cap="none" spc="0" normalizeH="0" baseline="0" noProof="0">
                <a:ln>
                  <a:noFill/>
                </a:ln>
                <a:solidFill>
                  <a:schemeClr val="tx1"/>
                </a:solidFill>
                <a:effectLst/>
                <a:uLnTx/>
                <a:uFillTx/>
                <a:latin typeface="+mn-lt"/>
                <a:ea typeface="+mn-ea"/>
                <a:cs typeface="+mn-cs"/>
              </a:rPr>
              <a:t>BMSB Safeguarding Scheme</a:t>
            </a:r>
          </a:p>
        </p:txBody>
      </p:sp>
      <p:pic>
        <p:nvPicPr>
          <p:cNvPr id="4" name="Picture 3">
            <a:extLst>
              <a:ext uri="{FF2B5EF4-FFF2-40B4-BE49-F238E27FC236}">
                <a16:creationId xmlns:a16="http://schemas.microsoft.com/office/drawing/2014/main" id="{A3B3457E-E4FA-89A0-124C-B9C68A3CEBF4}"/>
              </a:ext>
              <a:ext uri="{C183D7F6-B498-43B3-948B-1728B52AA6E4}">
                <adec:decorative xmlns:adec="http://schemas.microsoft.com/office/drawing/2017/decorative" val="1"/>
              </a:ext>
            </a:extLst>
          </p:cNvPr>
          <p:cNvPicPr>
            <a:picLocks noChangeAspect="1"/>
          </p:cNvPicPr>
          <p:nvPr/>
        </p:nvPicPr>
        <p:blipFill rotWithShape="1">
          <a:blip r:embed="rId3">
            <a:alphaModFix/>
            <a:extLst>
              <a:ext uri="{28A0092B-C50C-407E-A947-70E740481C1C}">
                <a14:useLocalDpi xmlns:a14="http://schemas.microsoft.com/office/drawing/2010/main" val="0"/>
              </a:ext>
            </a:extLst>
          </a:blip>
          <a:srcRect l="-181" t="-1274" r="24419" b="24642"/>
          <a:stretch/>
        </p:blipFill>
        <p:spPr>
          <a:xfrm rot="16200000">
            <a:off x="8659905" y="-17111"/>
            <a:ext cx="3532096" cy="3566319"/>
          </a:xfrm>
          <a:prstGeom prst="rect">
            <a:avLst/>
          </a:prstGeom>
        </p:spPr>
      </p:pic>
      <p:sp>
        <p:nvSpPr>
          <p:cNvPr id="7" name="TextBox 6">
            <a:extLst>
              <a:ext uri="{FF2B5EF4-FFF2-40B4-BE49-F238E27FC236}">
                <a16:creationId xmlns:a16="http://schemas.microsoft.com/office/drawing/2014/main" id="{26B90828-4F17-C6C7-CA42-192A6B495663}"/>
              </a:ext>
            </a:extLst>
          </p:cNvPr>
          <p:cNvSpPr txBox="1"/>
          <p:nvPr/>
        </p:nvSpPr>
        <p:spPr>
          <a:xfrm>
            <a:off x="689680" y="1634706"/>
            <a:ext cx="10877480" cy="4862870"/>
          </a:xfrm>
          <a:prstGeom prst="rect">
            <a:avLst/>
          </a:prstGeom>
          <a:solidFill>
            <a:schemeClr val="bg2">
              <a:lumMod val="40000"/>
              <a:lumOff val="60000"/>
              <a:alpha val="66000"/>
            </a:schemeClr>
          </a:solidFill>
          <a:effectLst>
            <a:softEdge rad="50800"/>
          </a:effectLst>
        </p:spPr>
        <p:txBody>
          <a:bodyPr wrap="square" lIns="91440" tIns="45720" rIns="91440" bIns="45720" anchor="t">
            <a:spAutoFit/>
          </a:bodyPr>
          <a:lstStyle/>
          <a:p>
            <a:pPr>
              <a:spcAft>
                <a:spcPts val="1000"/>
              </a:spcAft>
            </a:pPr>
            <a:r>
              <a:rPr lang="en-AU" sz="1800">
                <a:effectLst/>
                <a:ea typeface="Calibri"/>
                <a:cs typeface="Times New Roman"/>
              </a:rPr>
              <a:t>The </a:t>
            </a:r>
            <a:r>
              <a:rPr lang="en-AU" sz="1800">
                <a:effectLst/>
                <a:ea typeface="Calibri"/>
                <a:cs typeface="Times New Roman"/>
                <a:hlinkClick r:id="rId4"/>
              </a:rPr>
              <a:t>Safeguarding Arrangements Scheme </a:t>
            </a:r>
            <a:r>
              <a:rPr lang="en-AU" sz="1800">
                <a:effectLst/>
                <a:ea typeface="Calibri"/>
                <a:cs typeface="Times New Roman"/>
              </a:rPr>
              <a:t>(the scheme) offers an alternative clearance pathway for BMSB </a:t>
            </a:r>
            <a:r>
              <a:rPr lang="en-AU" sz="1800" u="none" strike="noStrike">
                <a:solidFill>
                  <a:srgbClr val="0000FF"/>
                </a:solidFill>
                <a:effectLst/>
                <a:ea typeface="Calibri"/>
                <a:cs typeface="Times New Roman"/>
                <a:hlinkClick r:id="rId5"/>
              </a:rPr>
              <a:t>targeted goods</a:t>
            </a:r>
            <a:r>
              <a:rPr lang="en-AU" sz="1800">
                <a:effectLst/>
                <a:ea typeface="Calibri"/>
                <a:cs typeface="Times New Roman"/>
              </a:rPr>
              <a:t> shipped in a sealed six hard sided container from </a:t>
            </a:r>
            <a:r>
              <a:rPr lang="en-AU" sz="1800" u="none" strike="noStrike">
                <a:solidFill>
                  <a:srgbClr val="0000FF"/>
                </a:solidFill>
                <a:effectLst/>
                <a:ea typeface="Calibri"/>
                <a:cs typeface="Times New Roman"/>
                <a:hlinkClick r:id="rId6"/>
              </a:rPr>
              <a:t>risk countries</a:t>
            </a:r>
            <a:r>
              <a:rPr lang="en-AU" sz="1800">
                <a:effectLst/>
                <a:ea typeface="Calibri"/>
                <a:cs typeface="Times New Roman"/>
              </a:rPr>
              <a:t> during the BMSB risk season, 1 September </a:t>
            </a:r>
            <a:br>
              <a:rPr lang="en-AU" sz="1800">
                <a:effectLst/>
                <a:ea typeface="Calibri" panose="020F0502020204030204" pitchFamily="34" charset="0"/>
                <a:cs typeface="Times New Roman" panose="02020603050405020304" pitchFamily="18" charset="0"/>
              </a:rPr>
            </a:br>
            <a:r>
              <a:rPr lang="en-AU" sz="1800">
                <a:effectLst/>
                <a:ea typeface="Calibri"/>
                <a:cs typeface="Times New Roman"/>
              </a:rPr>
              <a:t>to 30 April. </a:t>
            </a:r>
            <a:r>
              <a:rPr lang="en-AU" altLang="en-US" sz="1800">
                <a:cs typeface="Calibri"/>
              </a:rPr>
              <a:t>Safeguarding Arrangement applications will be open between 31 July 2025 and 30 January 2026.</a:t>
            </a:r>
          </a:p>
          <a:p>
            <a:pPr marL="285750" indent="-285750">
              <a:lnSpc>
                <a:spcPct val="100000"/>
              </a:lnSpc>
              <a:spcBef>
                <a:spcPts val="1200"/>
              </a:spcBef>
              <a:spcAft>
                <a:spcPts val="1000"/>
              </a:spcAft>
              <a:buFont typeface="Arial" panose="020B0604020202020204" pitchFamily="34" charset="0"/>
              <a:buChar char="•"/>
            </a:pPr>
            <a:r>
              <a:rPr lang="en-AU" altLang="en-US" sz="1800">
                <a:cs typeface="Calibri"/>
              </a:rPr>
              <a:t>To uphold the standard and effectiveness of the scheme, the </a:t>
            </a:r>
            <a:r>
              <a:rPr lang="en-AU" altLang="en-US">
                <a:cs typeface="Calibri"/>
              </a:rPr>
              <a:t>department</a:t>
            </a:r>
            <a:r>
              <a:rPr lang="en-AU" altLang="en-US" sz="1800">
                <a:cs typeface="Calibri"/>
              </a:rPr>
              <a:t> has introduced several mandatory and important changes for the 2025-26 BMSB (Brown Marmorated Stink Bug) season.</a:t>
            </a:r>
            <a:endParaRPr lang="en-AU" altLang="en-US" sz="1800">
              <a:ea typeface="Calibri"/>
              <a:cs typeface="Calibri"/>
            </a:endParaRPr>
          </a:p>
          <a:p>
            <a:pPr marL="742950" lvl="1" indent="-285750">
              <a:spcAft>
                <a:spcPts val="1000"/>
              </a:spcAft>
              <a:buFont typeface="Wingdings" panose="05000000000000000000" pitchFamily="2" charset="2"/>
              <a:buChar char="Ø"/>
            </a:pPr>
            <a:r>
              <a:rPr lang="en-AU" altLang="en-US" sz="1600">
                <a:cs typeface="Calibri"/>
              </a:rPr>
              <a:t>Key updates include a revised application form, and the introduction of the mandatory use of the Mitigation and Contingency Plan templates.</a:t>
            </a:r>
            <a:endParaRPr lang="en-AU" altLang="en-US" sz="1600">
              <a:ea typeface="Calibri"/>
              <a:cs typeface="Calibri"/>
            </a:endParaRPr>
          </a:p>
          <a:p>
            <a:pPr marL="742950" lvl="1" indent="-285750">
              <a:spcAft>
                <a:spcPts val="1000"/>
              </a:spcAft>
              <a:buFont typeface="Wingdings" panose="05000000000000000000" pitchFamily="2" charset="2"/>
              <a:buChar char="Ø"/>
            </a:pPr>
            <a:r>
              <a:rPr lang="en-AU" altLang="en-US" sz="1600">
                <a:cs typeface="Calibri"/>
              </a:rPr>
              <a:t>Each consignment must be accompanied by a completed safeguarding declaration covering all safeguarded goods </a:t>
            </a:r>
            <a:br>
              <a:rPr lang="en-AU" altLang="en-US" sz="1600">
                <a:cs typeface="Calibri" panose="020F0502020204030204" pitchFamily="34" charset="0"/>
              </a:rPr>
            </a:br>
            <a:r>
              <a:rPr lang="en-AU" altLang="en-US" sz="1600">
                <a:cs typeface="Calibri"/>
              </a:rPr>
              <a:t>within the consignment.</a:t>
            </a:r>
            <a:endParaRPr lang="en-AU" altLang="en-US" sz="1600">
              <a:ea typeface="Calibri"/>
              <a:cs typeface="Calibri"/>
            </a:endParaRPr>
          </a:p>
          <a:p>
            <a:pPr marL="742950" lvl="1" indent="-285750">
              <a:spcAft>
                <a:spcPts val="1000"/>
              </a:spcAft>
              <a:buFont typeface="Wingdings" panose="05000000000000000000" pitchFamily="2" charset="2"/>
              <a:buChar char="Ø"/>
            </a:pPr>
            <a:r>
              <a:rPr lang="en-AU" altLang="en-US" sz="1600">
                <a:cs typeface="Calibri"/>
              </a:rPr>
              <a:t>All entries containing safeguarded goods, will be directed for a document assessment at a 100% intervention rate.</a:t>
            </a:r>
            <a:endParaRPr lang="en-AU" altLang="en-US" sz="1600">
              <a:ea typeface="Calibri"/>
              <a:cs typeface="Calibri"/>
            </a:endParaRPr>
          </a:p>
          <a:p>
            <a:pPr marL="742950" lvl="1" indent="-285750">
              <a:spcAft>
                <a:spcPts val="1000"/>
              </a:spcAft>
              <a:buFont typeface="Wingdings" panose="05000000000000000000" pitchFamily="2" charset="2"/>
              <a:buChar char="Ø"/>
            </a:pPr>
            <a:r>
              <a:rPr lang="en-AU" altLang="en-US" sz="1600">
                <a:ea typeface="Calibri"/>
                <a:cs typeface="Calibri"/>
              </a:rPr>
              <a:t>Use of AEPCOMM to clear safeguarded goods is not permitted.</a:t>
            </a:r>
          </a:p>
          <a:p>
            <a:pPr marL="285750" indent="-285750">
              <a:lnSpc>
                <a:spcPct val="100000"/>
              </a:lnSpc>
              <a:spcBef>
                <a:spcPts val="1200"/>
              </a:spcBef>
              <a:spcAft>
                <a:spcPts val="1000"/>
              </a:spcAft>
              <a:buFont typeface="Arial" panose="020B0604020202020204" pitchFamily="34" charset="0"/>
              <a:buChar char="•"/>
            </a:pPr>
            <a:r>
              <a:rPr lang="en-AU" sz="1800">
                <a:effectLst/>
              </a:rPr>
              <a:t>These changes will provide the department with a more in depth understanding and assurance when determining if the supply chain has the robust measures in place to prevent their goods from being exposed to and contaminated with BMSB and other exotic pests. </a:t>
            </a:r>
            <a:endParaRPr lang="en-AU" altLang="en-US" sz="1800" b="1">
              <a:cs typeface="Calibri" panose="020F0502020204030204" pitchFamily="34" charset="0"/>
            </a:endParaRPr>
          </a:p>
        </p:txBody>
      </p:sp>
      <p:pic>
        <p:nvPicPr>
          <p:cNvPr id="8" name="Picture 7">
            <a:extLst>
              <a:ext uri="{FF2B5EF4-FFF2-40B4-BE49-F238E27FC236}">
                <a16:creationId xmlns:a16="http://schemas.microsoft.com/office/drawing/2014/main" id="{96F146C3-605E-99E1-822D-C239645F6D1F}"/>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8051478" flipV="1">
            <a:off x="6509296" y="-238432"/>
            <a:ext cx="1627663" cy="1627532"/>
          </a:xfrm>
          <a:prstGeom prst="rect">
            <a:avLst/>
          </a:prstGeom>
        </p:spPr>
      </p:pic>
      <p:pic>
        <p:nvPicPr>
          <p:cNvPr id="9" name="Picture 8">
            <a:extLst>
              <a:ext uri="{FF2B5EF4-FFF2-40B4-BE49-F238E27FC236}">
                <a16:creationId xmlns:a16="http://schemas.microsoft.com/office/drawing/2014/main" id="{F962A332-5E3C-252F-3FEE-328487DF5564}"/>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5490236" flipV="1">
            <a:off x="8141249" y="464447"/>
            <a:ext cx="1306216" cy="1306111"/>
          </a:xfrm>
          <a:prstGeom prst="rect">
            <a:avLst/>
          </a:prstGeom>
        </p:spPr>
      </p:pic>
      <p:pic>
        <p:nvPicPr>
          <p:cNvPr id="10" name="Picture 9">
            <a:extLst>
              <a:ext uri="{FF2B5EF4-FFF2-40B4-BE49-F238E27FC236}">
                <a16:creationId xmlns:a16="http://schemas.microsoft.com/office/drawing/2014/main" id="{98354E34-ECE7-3A7C-6AF5-E58F01FEC718}"/>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7850724" flipH="1" flipV="1">
            <a:off x="-10608" y="5945174"/>
            <a:ext cx="989989" cy="989910"/>
          </a:xfrm>
          <a:prstGeom prst="rect">
            <a:avLst/>
          </a:prstGeom>
        </p:spPr>
      </p:pic>
    </p:spTree>
    <p:extLst>
      <p:ext uri="{BB962C8B-B14F-4D97-AF65-F5344CB8AC3E}">
        <p14:creationId xmlns:p14="http://schemas.microsoft.com/office/powerpoint/2010/main" val="7562799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D40E8-78AF-1F0B-E850-C6CD5C5E9CD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CE92A48-489F-B4C0-A3E5-27301D28ADB6}"/>
              </a:ext>
              <a:ext uri="{C183D7F6-B498-43B3-948B-1728B52AA6E4}">
                <adec:decorative xmlns:adec="http://schemas.microsoft.com/office/drawing/2017/decorative" val="1"/>
              </a:ext>
            </a:extLst>
          </p:cNvPr>
          <p:cNvPicPr>
            <a:picLocks noChangeAspect="1"/>
          </p:cNvPicPr>
          <p:nvPr/>
        </p:nvPicPr>
        <p:blipFill rotWithShape="1">
          <a:blip r:embed="rId3">
            <a:alphaModFix/>
            <a:extLst>
              <a:ext uri="{28A0092B-C50C-407E-A947-70E740481C1C}">
                <a14:useLocalDpi xmlns:a14="http://schemas.microsoft.com/office/drawing/2010/main" val="0"/>
              </a:ext>
            </a:extLst>
          </a:blip>
          <a:srcRect l="-181" t="-1274" r="24419" b="24642"/>
          <a:stretch/>
        </p:blipFill>
        <p:spPr>
          <a:xfrm>
            <a:off x="8659904" y="3291681"/>
            <a:ext cx="3532096" cy="3566319"/>
          </a:xfrm>
          <a:prstGeom prst="rect">
            <a:avLst/>
          </a:prstGeom>
        </p:spPr>
      </p:pic>
      <p:sp>
        <p:nvSpPr>
          <p:cNvPr id="2" name="Text Placeholder 4">
            <a:extLst>
              <a:ext uri="{FF2B5EF4-FFF2-40B4-BE49-F238E27FC236}">
                <a16:creationId xmlns:a16="http://schemas.microsoft.com/office/drawing/2014/main" id="{4A154EAB-7FF3-5496-CAD5-FEBBBE59E75E}"/>
              </a:ext>
            </a:extLst>
          </p:cNvPr>
          <p:cNvSpPr txBox="1">
            <a:spLocks noGrp="1"/>
          </p:cNvSpPr>
          <p:nvPr>
            <p:ph type="title" idx="4294967295"/>
          </p:nvPr>
        </p:nvSpPr>
        <p:spPr>
          <a:xfrm>
            <a:off x="689679" y="821327"/>
            <a:ext cx="9208465" cy="58694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4000" b="1" i="0" u="none" strike="noStrike" kern="1200" cap="none" spc="0" normalizeH="0" baseline="0" noProof="0">
                <a:ln>
                  <a:noFill/>
                </a:ln>
                <a:solidFill>
                  <a:schemeClr val="tx1"/>
                </a:solidFill>
                <a:effectLst/>
                <a:uLnTx/>
                <a:uFillTx/>
                <a:latin typeface="+mn-lt"/>
                <a:ea typeface="+mn-ea"/>
                <a:cs typeface="+mn-cs"/>
              </a:rPr>
              <a:t>BMSB NUFT and 120 hour window</a:t>
            </a:r>
            <a:endParaRPr kumimoji="0" lang="en-AU" sz="4800" b="1" i="0" u="none" strike="noStrike" kern="1200" cap="none" spc="0" normalizeH="0" baseline="0" noProof="0">
              <a:ln>
                <a:noFill/>
              </a:ln>
              <a:solidFill>
                <a:schemeClr val="tx1"/>
              </a:solidFill>
              <a:effectLst/>
              <a:uLnTx/>
              <a:uFillTx/>
              <a:latin typeface="+mn-lt"/>
              <a:ea typeface="+mn-ea"/>
              <a:cs typeface="+mn-cs"/>
            </a:endParaRPr>
          </a:p>
        </p:txBody>
      </p:sp>
      <p:sp>
        <p:nvSpPr>
          <p:cNvPr id="3" name="TextBox 2">
            <a:extLst>
              <a:ext uri="{FF2B5EF4-FFF2-40B4-BE49-F238E27FC236}">
                <a16:creationId xmlns:a16="http://schemas.microsoft.com/office/drawing/2014/main" id="{BEC12869-90A1-943E-4C9F-4835F7D98DA7}"/>
              </a:ext>
            </a:extLst>
          </p:cNvPr>
          <p:cNvSpPr txBox="1"/>
          <p:nvPr/>
        </p:nvSpPr>
        <p:spPr>
          <a:xfrm>
            <a:off x="689680" y="1634706"/>
            <a:ext cx="5234474" cy="4739759"/>
          </a:xfrm>
          <a:prstGeom prst="rect">
            <a:avLst/>
          </a:prstGeom>
          <a:noFill/>
        </p:spPr>
        <p:txBody>
          <a:bodyPr wrap="square" lIns="91440" tIns="45720" rIns="91440" bIns="45720" anchor="t">
            <a:spAutoFit/>
          </a:bodyPr>
          <a:lstStyle/>
          <a:p>
            <a:pPr marL="0" indent="0">
              <a:lnSpc>
                <a:spcPct val="100000"/>
              </a:lnSpc>
              <a:spcAft>
                <a:spcPts val="1000"/>
              </a:spcAft>
              <a:buNone/>
            </a:pPr>
            <a:r>
              <a:rPr lang="en-AU" altLang="en-US" sz="1800" b="1">
                <a:cs typeface="Calibri"/>
              </a:rPr>
              <a:t>BMSB NUFT</a:t>
            </a:r>
          </a:p>
          <a:p>
            <a:pPr>
              <a:lnSpc>
                <a:spcPct val="100000"/>
              </a:lnSpc>
              <a:spcBef>
                <a:spcPts val="0"/>
              </a:spcBef>
              <a:spcAft>
                <a:spcPts val="1000"/>
              </a:spcAft>
            </a:pPr>
            <a:r>
              <a:rPr lang="en-AU" b="0" i="0">
                <a:solidFill>
                  <a:srgbClr val="000000"/>
                </a:solidFill>
                <a:effectLst/>
              </a:rPr>
              <a:t>Goods that can meet all the following criteria will not be subject to mandatory BMSB treatment:</a:t>
            </a:r>
            <a:endParaRPr lang="en-AU" altLang="en-US">
              <a:cs typeface="Calibri" panose="020F0502020204030204" pitchFamily="34" charset="0"/>
            </a:endParaRPr>
          </a:p>
          <a:p>
            <a:pPr marL="742950" lvl="1" indent="-285750">
              <a:spcAft>
                <a:spcPts val="1000"/>
              </a:spcAft>
              <a:buFont typeface="Wingdings" panose="05000000000000000000" pitchFamily="2" charset="2"/>
              <a:buChar char="Ø"/>
            </a:pPr>
            <a:r>
              <a:rPr lang="en-AU" altLang="en-US" sz="1400">
                <a:cs typeface="Calibri"/>
              </a:rPr>
              <a:t>The goods were manufactured on or after 1 December? (manufacture must start from 1 December of the current BMSB risk season).</a:t>
            </a:r>
            <a:endParaRPr lang="en-AU" altLang="en-US" sz="1400">
              <a:ea typeface="Calibri"/>
              <a:cs typeface="Calibri"/>
            </a:endParaRPr>
          </a:p>
          <a:p>
            <a:pPr marL="742950" lvl="1" indent="-285750">
              <a:spcAft>
                <a:spcPts val="1000"/>
              </a:spcAft>
              <a:buFont typeface="Wingdings" panose="05000000000000000000" pitchFamily="2" charset="2"/>
              <a:buChar char="Ø"/>
            </a:pPr>
            <a:r>
              <a:rPr lang="en-AU" altLang="en-US" sz="1400">
                <a:cs typeface="Calibri"/>
              </a:rPr>
              <a:t>The goods are classified under the following tariff chapters only: </a:t>
            </a:r>
            <a:r>
              <a:rPr lang="en-AU" altLang="en-US" sz="1400" b="1">
                <a:cs typeface="Calibri"/>
              </a:rPr>
              <a:t>82</a:t>
            </a:r>
            <a:r>
              <a:rPr lang="en-AU" altLang="en-US" sz="1400">
                <a:cs typeface="Calibri"/>
              </a:rPr>
              <a:t>, </a:t>
            </a:r>
            <a:r>
              <a:rPr lang="en-AU" altLang="en-US" sz="1400" b="1">
                <a:cs typeface="Calibri"/>
              </a:rPr>
              <a:t>84</a:t>
            </a:r>
            <a:r>
              <a:rPr lang="en-AU" altLang="en-US" sz="1400">
                <a:cs typeface="Calibri"/>
              </a:rPr>
              <a:t>, </a:t>
            </a:r>
            <a:r>
              <a:rPr lang="en-AU" altLang="en-US" sz="1400" b="1">
                <a:cs typeface="Calibri"/>
              </a:rPr>
              <a:t>85</a:t>
            </a:r>
            <a:r>
              <a:rPr lang="en-AU" altLang="en-US" sz="1400">
                <a:cs typeface="Calibri"/>
              </a:rPr>
              <a:t>, </a:t>
            </a:r>
            <a:r>
              <a:rPr lang="en-AU" altLang="en-US" sz="1400" b="1">
                <a:cs typeface="Calibri"/>
              </a:rPr>
              <a:t>86</a:t>
            </a:r>
            <a:r>
              <a:rPr lang="en-AU" altLang="en-US" sz="1400">
                <a:cs typeface="Calibri"/>
              </a:rPr>
              <a:t>, </a:t>
            </a:r>
            <a:r>
              <a:rPr lang="en-AU" altLang="en-US" sz="1400" b="1">
                <a:cs typeface="Calibri"/>
              </a:rPr>
              <a:t>87</a:t>
            </a:r>
            <a:r>
              <a:rPr lang="en-AU" altLang="en-US" sz="1400">
                <a:cs typeface="Calibri"/>
              </a:rPr>
              <a:t>, </a:t>
            </a:r>
            <a:r>
              <a:rPr lang="en-AU" altLang="en-US" sz="1400" b="1">
                <a:cs typeface="Calibri"/>
              </a:rPr>
              <a:t>88</a:t>
            </a:r>
            <a:r>
              <a:rPr lang="en-AU" altLang="en-US" sz="1400">
                <a:cs typeface="Calibri"/>
              </a:rPr>
              <a:t> and </a:t>
            </a:r>
            <a:r>
              <a:rPr lang="en-AU" altLang="en-US" sz="1400" b="1">
                <a:cs typeface="Calibri"/>
              </a:rPr>
              <a:t>89</a:t>
            </a:r>
            <a:r>
              <a:rPr lang="en-AU" altLang="en-US" sz="1400">
                <a:cs typeface="Calibri"/>
              </a:rPr>
              <a:t>?</a:t>
            </a:r>
            <a:endParaRPr lang="en-AU" altLang="en-US" sz="1400">
              <a:ea typeface="Calibri"/>
              <a:cs typeface="Calibri"/>
            </a:endParaRPr>
          </a:p>
          <a:p>
            <a:pPr marL="742950" lvl="1" indent="-285750">
              <a:spcAft>
                <a:spcPts val="1000"/>
              </a:spcAft>
              <a:buFont typeface="Wingdings" panose="05000000000000000000" pitchFamily="2" charset="2"/>
              <a:buChar char="Ø"/>
            </a:pPr>
            <a:r>
              <a:rPr lang="en-AU" altLang="en-US" sz="1400">
                <a:cs typeface="Calibri"/>
              </a:rPr>
              <a:t>Evidence can be provided in the form of a BMSB NUFT (new, unused and not field tested) manufacturers declaration that the goods were manufactured on or after 1 December?</a:t>
            </a:r>
            <a:endParaRPr lang="en-AU" altLang="en-US" sz="1400">
              <a:ea typeface="Calibri"/>
              <a:cs typeface="Calibri"/>
            </a:endParaRPr>
          </a:p>
          <a:p>
            <a:pPr marL="285750" indent="-285750">
              <a:lnSpc>
                <a:spcPct val="100000"/>
              </a:lnSpc>
              <a:spcBef>
                <a:spcPts val="0"/>
              </a:spcBef>
              <a:spcAft>
                <a:spcPts val="1000"/>
              </a:spcAft>
              <a:buFont typeface="Arial" panose="020B0604020202020204" pitchFamily="34" charset="0"/>
              <a:buChar char="•"/>
            </a:pPr>
            <a:r>
              <a:rPr lang="en-AU" altLang="en-US">
                <a:cs typeface="Calibri"/>
              </a:rPr>
              <a:t>NUFT declarations </a:t>
            </a:r>
            <a:r>
              <a:rPr lang="en-AU" altLang="en-US" b="1" i="1">
                <a:cs typeface="Calibri"/>
              </a:rPr>
              <a:t>must</a:t>
            </a:r>
            <a:r>
              <a:rPr lang="en-AU" altLang="en-US">
                <a:cs typeface="Calibri"/>
              </a:rPr>
              <a:t> state the manufacture start date - refurbishments are ineligible.</a:t>
            </a:r>
            <a:endParaRPr lang="en-AU" altLang="en-US">
              <a:ea typeface="Calibri"/>
              <a:cs typeface="Calibri"/>
            </a:endParaRPr>
          </a:p>
          <a:p>
            <a:pPr marL="285750" indent="-285750">
              <a:lnSpc>
                <a:spcPct val="100000"/>
              </a:lnSpc>
              <a:spcBef>
                <a:spcPts val="0"/>
              </a:spcBef>
              <a:spcAft>
                <a:spcPts val="1000"/>
              </a:spcAft>
              <a:buFont typeface="Arial" panose="020B0604020202020204" pitchFamily="34" charset="0"/>
              <a:buChar char="•"/>
            </a:pPr>
            <a:r>
              <a:rPr lang="en-AU" altLang="en-US">
                <a:cs typeface="Calibri"/>
              </a:rPr>
              <a:t>NUFT declarations can be used for FCL, LCL/FAK and break bulk (including open top and flat racks).</a:t>
            </a:r>
            <a:endParaRPr lang="en-AU" altLang="en-US">
              <a:ea typeface="Calibri"/>
              <a:cs typeface="Calibri"/>
            </a:endParaRPr>
          </a:p>
        </p:txBody>
      </p:sp>
      <p:sp>
        <p:nvSpPr>
          <p:cNvPr id="92" name="Text Placeholder 3">
            <a:extLst>
              <a:ext uri="{FF2B5EF4-FFF2-40B4-BE49-F238E27FC236}">
                <a16:creationId xmlns:a16="http://schemas.microsoft.com/office/drawing/2014/main" id="{FF5CF6C6-23EE-E5C3-952D-BC6EDA30ABBE}"/>
              </a:ext>
            </a:extLst>
          </p:cNvPr>
          <p:cNvSpPr txBox="1">
            <a:spLocks/>
          </p:cNvSpPr>
          <p:nvPr/>
        </p:nvSpPr>
        <p:spPr>
          <a:xfrm>
            <a:off x="6096001" y="1634706"/>
            <a:ext cx="5596494" cy="5084146"/>
          </a:xfrm>
          <a:prstGeom prst="rect">
            <a:avLst/>
          </a:prstGeom>
          <a:solidFill>
            <a:schemeClr val="bg2">
              <a:lumMod val="40000"/>
              <a:lumOff val="60000"/>
              <a:alpha val="66000"/>
            </a:schemeClr>
          </a:solidFill>
          <a:effectLst>
            <a:softEdge rad="50800"/>
          </a:effectLst>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1000"/>
              </a:spcAft>
              <a:buNone/>
            </a:pPr>
            <a:r>
              <a:rPr lang="en-AU" altLang="en-US" sz="1800" b="1">
                <a:cs typeface="Calibri" panose="020F0502020204030204" pitchFamily="34" charset="0"/>
              </a:rPr>
              <a:t>120 hour post treatment window</a:t>
            </a:r>
          </a:p>
          <a:p>
            <a:pPr marL="0" indent="0">
              <a:lnSpc>
                <a:spcPct val="100000"/>
              </a:lnSpc>
              <a:spcBef>
                <a:spcPts val="0"/>
              </a:spcBef>
              <a:spcAft>
                <a:spcPts val="1000"/>
              </a:spcAft>
              <a:buNone/>
            </a:pPr>
            <a:r>
              <a:rPr lang="en-AU" sz="1800"/>
              <a:t>Goods treated in a target risk country are subject to the 120 hour post treatment window when treated prior to 1 December</a:t>
            </a:r>
          </a:p>
          <a:p>
            <a:pPr lvl="1">
              <a:lnSpc>
                <a:spcPct val="100000"/>
              </a:lnSpc>
              <a:spcBef>
                <a:spcPts val="0"/>
              </a:spcBef>
              <a:spcAft>
                <a:spcPts val="1000"/>
              </a:spcAft>
              <a:buFont typeface="Wingdings" panose="05000000000000000000" pitchFamily="2" charset="2"/>
              <a:buChar char="Ø"/>
            </a:pPr>
            <a:r>
              <a:rPr lang="en-AU" altLang="en-US" sz="1400">
                <a:cs typeface="Calibri" panose="020F0502020204030204" pitchFamily="34" charset="0"/>
              </a:rPr>
              <a:t>Containerised goods must be sealed in the container.</a:t>
            </a:r>
          </a:p>
          <a:p>
            <a:pPr lvl="1">
              <a:lnSpc>
                <a:spcPct val="100000"/>
              </a:lnSpc>
              <a:spcBef>
                <a:spcPts val="0"/>
              </a:spcBef>
              <a:spcAft>
                <a:spcPts val="1000"/>
              </a:spcAft>
              <a:buFont typeface="Wingdings" panose="05000000000000000000" pitchFamily="2" charset="2"/>
              <a:buChar char="Ø"/>
            </a:pPr>
            <a:r>
              <a:rPr lang="en-AU" altLang="en-US" sz="1400">
                <a:cs typeface="Calibri" panose="020F0502020204030204" pitchFamily="34" charset="0"/>
              </a:rPr>
              <a:t>Break bulk goods (incl. open top, flat rack and modified containers) must be shipped on board the vessel.</a:t>
            </a:r>
          </a:p>
          <a:p>
            <a:pPr marL="0" indent="0">
              <a:lnSpc>
                <a:spcPct val="100000"/>
              </a:lnSpc>
              <a:spcBef>
                <a:spcPts val="0"/>
              </a:spcBef>
              <a:spcAft>
                <a:spcPts val="1000"/>
              </a:spcAft>
              <a:buNone/>
            </a:pPr>
            <a:r>
              <a:rPr lang="en-AU" altLang="en-US" sz="1100">
                <a:cs typeface="Calibri" panose="020F0502020204030204" pitchFamily="34" charset="0"/>
              </a:rPr>
              <a:t>The ‘shipped on board’ date is considered the date listed as shipped or laden on board as per the ocean bill of lading. </a:t>
            </a:r>
            <a:r>
              <a:rPr lang="en-AU" sz="1100"/>
              <a:t>Original “ETDs” and “Gate in” dates and times are not acceptable. </a:t>
            </a:r>
            <a:endParaRPr lang="en-AU" altLang="en-US" sz="1100">
              <a:cs typeface="Calibri" panose="020F0502020204030204" pitchFamily="34" charset="0"/>
            </a:endParaRPr>
          </a:p>
          <a:p>
            <a:pPr marL="0" indent="0">
              <a:lnSpc>
                <a:spcPct val="100000"/>
              </a:lnSpc>
              <a:spcBef>
                <a:spcPts val="0"/>
              </a:spcBef>
              <a:spcAft>
                <a:spcPts val="1000"/>
              </a:spcAft>
              <a:buNone/>
            </a:pPr>
            <a:r>
              <a:rPr lang="en-AU" altLang="en-US" sz="1800">
                <a:cs typeface="Calibri" panose="020F0502020204030204" pitchFamily="34" charset="0"/>
              </a:rPr>
              <a:t>The 120 hours does NOT apply to:</a:t>
            </a:r>
          </a:p>
          <a:p>
            <a:pPr lvl="1">
              <a:lnSpc>
                <a:spcPct val="100000"/>
              </a:lnSpc>
              <a:spcBef>
                <a:spcPts val="0"/>
              </a:spcBef>
              <a:spcAft>
                <a:spcPts val="1000"/>
              </a:spcAft>
              <a:buFont typeface="Wingdings" panose="05000000000000000000" pitchFamily="2" charset="2"/>
              <a:buChar char="Ø"/>
            </a:pPr>
            <a:r>
              <a:rPr lang="en-AU" altLang="en-US" sz="1400">
                <a:cs typeface="Calibri" panose="020F0502020204030204" pitchFamily="34" charset="0"/>
              </a:rPr>
              <a:t>Goods treated in non-target risk countries.</a:t>
            </a:r>
          </a:p>
          <a:p>
            <a:pPr lvl="1">
              <a:lnSpc>
                <a:spcPct val="100000"/>
              </a:lnSpc>
              <a:spcBef>
                <a:spcPts val="0"/>
              </a:spcBef>
              <a:spcAft>
                <a:spcPts val="1000"/>
              </a:spcAft>
              <a:buFont typeface="Wingdings" panose="05000000000000000000" pitchFamily="2" charset="2"/>
              <a:buChar char="Ø"/>
            </a:pPr>
            <a:r>
              <a:rPr lang="en-AU" altLang="en-US" sz="1400">
                <a:cs typeface="Calibri" panose="020F0502020204030204" pitchFamily="34" charset="0"/>
              </a:rPr>
              <a:t>Good treated after 1 December.</a:t>
            </a:r>
          </a:p>
          <a:p>
            <a:pPr marL="0" indent="0">
              <a:lnSpc>
                <a:spcPct val="100000"/>
              </a:lnSpc>
              <a:spcBef>
                <a:spcPts val="0"/>
              </a:spcBef>
              <a:spcAft>
                <a:spcPts val="1000"/>
              </a:spcAft>
              <a:buNone/>
            </a:pPr>
            <a:r>
              <a:rPr lang="en-AU" altLang="en-US" sz="1800" b="1">
                <a:cs typeface="Calibri" panose="020F0502020204030204" pitchFamily="34" charset="0"/>
              </a:rPr>
              <a:t>120 hour transhipment window</a:t>
            </a:r>
          </a:p>
          <a:p>
            <a:pPr marL="0" indent="0">
              <a:lnSpc>
                <a:spcPct val="100000"/>
              </a:lnSpc>
              <a:spcBef>
                <a:spcPts val="0"/>
              </a:spcBef>
              <a:spcAft>
                <a:spcPts val="1000"/>
              </a:spcAft>
              <a:buNone/>
            </a:pPr>
            <a:r>
              <a:rPr lang="en-AU" altLang="en-US" sz="1800">
                <a:cs typeface="Calibri" panose="020F0502020204030204" pitchFamily="34" charset="0"/>
              </a:rPr>
              <a:t>Breakbulk goods that tranship in a target risk country prior to 1 December, are subject to the 120 hour window. Does not apply to sealed containers.</a:t>
            </a:r>
          </a:p>
        </p:txBody>
      </p:sp>
      <p:pic>
        <p:nvPicPr>
          <p:cNvPr id="95" name="Picture 94">
            <a:extLst>
              <a:ext uri="{FF2B5EF4-FFF2-40B4-BE49-F238E27FC236}">
                <a16:creationId xmlns:a16="http://schemas.microsoft.com/office/drawing/2014/main" id="{73C87B67-9278-F8E4-5500-FDC582D49EE2}"/>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4236477">
            <a:off x="7968027" y="-252221"/>
            <a:ext cx="1627663" cy="1627532"/>
          </a:xfrm>
          <a:prstGeom prst="rect">
            <a:avLst/>
          </a:prstGeom>
        </p:spPr>
      </p:pic>
      <p:pic>
        <p:nvPicPr>
          <p:cNvPr id="96" name="Picture 95">
            <a:extLst>
              <a:ext uri="{FF2B5EF4-FFF2-40B4-BE49-F238E27FC236}">
                <a16:creationId xmlns:a16="http://schemas.microsoft.com/office/drawing/2014/main" id="{11B4F6E0-02A6-D93F-246B-5534B1EC58AC}"/>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7200000">
            <a:off x="10339065" y="256032"/>
            <a:ext cx="1144087" cy="1143995"/>
          </a:xfrm>
          <a:prstGeom prst="rect">
            <a:avLst/>
          </a:prstGeom>
        </p:spPr>
      </p:pic>
      <p:pic>
        <p:nvPicPr>
          <p:cNvPr id="97" name="Picture 96">
            <a:extLst>
              <a:ext uri="{FF2B5EF4-FFF2-40B4-BE49-F238E27FC236}">
                <a16:creationId xmlns:a16="http://schemas.microsoft.com/office/drawing/2014/main" id="{49D8ACEE-FA04-6BEA-6B95-3B597E61C858}"/>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8100000">
            <a:off x="11470697" y="1708261"/>
            <a:ext cx="804036" cy="803971"/>
          </a:xfrm>
          <a:prstGeom prst="rect">
            <a:avLst/>
          </a:prstGeom>
        </p:spPr>
      </p:pic>
    </p:spTree>
    <p:extLst>
      <p:ext uri="{BB962C8B-B14F-4D97-AF65-F5344CB8AC3E}">
        <p14:creationId xmlns:p14="http://schemas.microsoft.com/office/powerpoint/2010/main" val="2128672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F5ED0-A8E5-8AC6-578E-2A37E550680A}"/>
            </a:ext>
          </a:extLst>
        </p:cNvPr>
        <p:cNvGrpSpPr/>
        <p:nvPr/>
      </p:nvGrpSpPr>
      <p:grpSpPr>
        <a:xfrm>
          <a:off x="0" y="0"/>
          <a:ext cx="0" cy="0"/>
          <a:chOff x="0" y="0"/>
          <a:chExt cx="0" cy="0"/>
        </a:xfrm>
      </p:grpSpPr>
      <p:sp>
        <p:nvSpPr>
          <p:cNvPr id="2" name="Text Placeholder 4">
            <a:extLst>
              <a:ext uri="{FF2B5EF4-FFF2-40B4-BE49-F238E27FC236}">
                <a16:creationId xmlns:a16="http://schemas.microsoft.com/office/drawing/2014/main" id="{44A96A32-6308-3404-3781-4B5A274D16E7}"/>
              </a:ext>
            </a:extLst>
          </p:cNvPr>
          <p:cNvSpPr txBox="1">
            <a:spLocks noGrp="1"/>
          </p:cNvSpPr>
          <p:nvPr>
            <p:ph type="title" idx="4294967295"/>
          </p:nvPr>
        </p:nvSpPr>
        <p:spPr>
          <a:xfrm>
            <a:off x="689679" y="821327"/>
            <a:ext cx="9208465" cy="58694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4000" b="1" i="0" u="none" strike="noStrike" kern="1200" cap="none" spc="0" normalizeH="0" baseline="0" noProof="0">
                <a:ln>
                  <a:noFill/>
                </a:ln>
                <a:solidFill>
                  <a:schemeClr val="tx1"/>
                </a:solidFill>
                <a:effectLst/>
                <a:uLnTx/>
                <a:uFillTx/>
                <a:latin typeface="+mn-lt"/>
                <a:ea typeface="+mn-ea"/>
                <a:cs typeface="+mn-cs"/>
              </a:rPr>
              <a:t>Verification Inspections</a:t>
            </a:r>
          </a:p>
        </p:txBody>
      </p:sp>
      <p:pic>
        <p:nvPicPr>
          <p:cNvPr id="4" name="Picture 3">
            <a:extLst>
              <a:ext uri="{FF2B5EF4-FFF2-40B4-BE49-F238E27FC236}">
                <a16:creationId xmlns:a16="http://schemas.microsoft.com/office/drawing/2014/main" id="{1B0B3B61-4EF5-4396-AAB0-99D936379F55}"/>
              </a:ext>
              <a:ext uri="{C183D7F6-B498-43B3-948B-1728B52AA6E4}">
                <adec:decorative xmlns:adec="http://schemas.microsoft.com/office/drawing/2017/decorative" val="1"/>
              </a:ext>
            </a:extLst>
          </p:cNvPr>
          <p:cNvPicPr>
            <a:picLocks noChangeAspect="1"/>
          </p:cNvPicPr>
          <p:nvPr/>
        </p:nvPicPr>
        <p:blipFill rotWithShape="1">
          <a:blip r:embed="rId3">
            <a:alphaModFix/>
            <a:extLst>
              <a:ext uri="{28A0092B-C50C-407E-A947-70E740481C1C}">
                <a14:useLocalDpi xmlns:a14="http://schemas.microsoft.com/office/drawing/2010/main" val="0"/>
              </a:ext>
            </a:extLst>
          </a:blip>
          <a:srcRect l="-181" t="-1274" r="24419" b="24642"/>
          <a:stretch/>
        </p:blipFill>
        <p:spPr>
          <a:xfrm rot="16200000">
            <a:off x="8659905" y="-17111"/>
            <a:ext cx="3532096" cy="3566319"/>
          </a:xfrm>
          <a:prstGeom prst="rect">
            <a:avLst/>
          </a:prstGeom>
        </p:spPr>
      </p:pic>
      <p:sp>
        <p:nvSpPr>
          <p:cNvPr id="7" name="TextBox 6">
            <a:extLst>
              <a:ext uri="{FF2B5EF4-FFF2-40B4-BE49-F238E27FC236}">
                <a16:creationId xmlns:a16="http://schemas.microsoft.com/office/drawing/2014/main" id="{9C07DAD5-8E68-7510-116E-77FE07F0A9E6}"/>
              </a:ext>
            </a:extLst>
          </p:cNvPr>
          <p:cNvSpPr txBox="1"/>
          <p:nvPr/>
        </p:nvSpPr>
        <p:spPr>
          <a:xfrm>
            <a:off x="689680" y="1634706"/>
            <a:ext cx="10877480" cy="4549964"/>
          </a:xfrm>
          <a:prstGeom prst="rect">
            <a:avLst/>
          </a:prstGeom>
          <a:solidFill>
            <a:schemeClr val="bg2">
              <a:lumMod val="40000"/>
              <a:lumOff val="60000"/>
              <a:alpha val="66000"/>
            </a:schemeClr>
          </a:solidFill>
          <a:effectLst>
            <a:softEdge rad="50800"/>
          </a:effectLst>
        </p:spPr>
        <p:txBody>
          <a:bodyPr wrap="square" lIns="91440" tIns="45720" rIns="91440" bIns="45720" anchor="t">
            <a:spAutoFit/>
          </a:bodyPr>
          <a:lstStyle/>
          <a:p>
            <a:pPr>
              <a:spcAft>
                <a:spcPts val="1000"/>
              </a:spcAft>
            </a:pPr>
            <a:r>
              <a:rPr lang="en-AU" altLang="en-US" sz="1800" b="1">
                <a:cs typeface="Calibri"/>
              </a:rPr>
              <a:t>Random verification inspections for sea cargo</a:t>
            </a:r>
          </a:p>
          <a:p>
            <a:pPr marL="285750" indent="-285750">
              <a:spcAft>
                <a:spcPts val="1000"/>
              </a:spcAft>
              <a:buFont typeface="Arial" panose="020B0604020202020204" pitchFamily="34" charset="0"/>
              <a:buChar char="•"/>
            </a:pPr>
            <a:r>
              <a:rPr lang="en-AU" sz="1800">
                <a:effectLst/>
                <a:ea typeface="Calibri"/>
                <a:cs typeface="Times New Roman"/>
              </a:rPr>
              <a:t>All goods sent for random verification inspection must be conducted at a 1.1, 1.3, 2.1 or 2.2 AA (where approved) in a metropolitan</a:t>
            </a:r>
            <a:r>
              <a:rPr lang="en-AU">
                <a:ea typeface="Calibri"/>
                <a:cs typeface="Times New Roman"/>
              </a:rPr>
              <a:t> location</a:t>
            </a:r>
            <a:r>
              <a:rPr lang="en-AU" sz="1800">
                <a:effectLst/>
                <a:ea typeface="Calibri"/>
                <a:cs typeface="Times New Roman"/>
              </a:rPr>
              <a:t>. The container will be permitted to be </a:t>
            </a:r>
            <a:r>
              <a:rPr lang="en-AU" sz="1800" err="1">
                <a:effectLst/>
                <a:ea typeface="Calibri"/>
                <a:cs typeface="Times New Roman"/>
              </a:rPr>
              <a:t>dehired</a:t>
            </a:r>
            <a:r>
              <a:rPr lang="en-AU" sz="1800">
                <a:effectLst/>
                <a:ea typeface="Calibri"/>
                <a:cs typeface="Times New Roman"/>
              </a:rPr>
              <a:t> prior to inspection.</a:t>
            </a:r>
          </a:p>
          <a:p>
            <a:pPr marL="285750" indent="-285750">
              <a:spcAft>
                <a:spcPts val="1000"/>
              </a:spcAft>
              <a:buFont typeface="Arial" panose="020B0604020202020204" pitchFamily="34" charset="0"/>
              <a:buChar char="•"/>
            </a:pPr>
            <a:r>
              <a:rPr lang="en-AU" sz="1800">
                <a:effectLst/>
                <a:ea typeface="Calibri"/>
                <a:cs typeface="Times New Roman"/>
              </a:rPr>
              <a:t>For entries with multiple containers, containers not selected for inspection will be permitted to be delivered and deconsolidated.</a:t>
            </a:r>
          </a:p>
          <a:p>
            <a:pPr marL="285750" indent="-285750">
              <a:spcAft>
                <a:spcPts val="1000"/>
              </a:spcAft>
              <a:buFont typeface="Arial" panose="020B0604020202020204" pitchFamily="34" charset="0"/>
              <a:buChar char="•"/>
            </a:pPr>
            <a:r>
              <a:rPr lang="en-AU" altLang="en-US">
                <a:cs typeface="Calibri"/>
              </a:rPr>
              <a:t>The department may permit inspections at a non-approved AA location / importers premises where containers can be unpacked with the appropriate equipment if required. For approval, please contact the Inspections Group in the corresponding regional office on 1800 900 090.</a:t>
            </a:r>
            <a:endParaRPr lang="en-AU" altLang="en-US">
              <a:ea typeface="Calibri"/>
              <a:cs typeface="Calibri"/>
            </a:endParaRPr>
          </a:p>
          <a:p>
            <a:pPr marL="285750" indent="-285750">
              <a:spcAft>
                <a:spcPts val="1000"/>
              </a:spcAft>
              <a:buFont typeface="Arial" panose="020B0604020202020204" pitchFamily="34" charset="0"/>
              <a:buChar char="•"/>
            </a:pPr>
            <a:r>
              <a:rPr lang="en-AU" altLang="en-US">
                <a:cs typeface="Calibri"/>
              </a:rPr>
              <a:t>Inspections conducted at a non-approved AA location or importers premises, will be required to be completed as seals intact inspections under Biosecurity supervision.</a:t>
            </a:r>
            <a:endParaRPr lang="en-AU" altLang="en-US">
              <a:ea typeface="Calibri"/>
              <a:cs typeface="Calibri"/>
            </a:endParaRPr>
          </a:p>
          <a:p>
            <a:pPr>
              <a:lnSpc>
                <a:spcPct val="150000"/>
              </a:lnSpc>
              <a:spcAft>
                <a:spcPts val="600"/>
              </a:spcAft>
            </a:pPr>
            <a:r>
              <a:rPr lang="en-AU" altLang="en-US" b="1">
                <a:cs typeface="Calibri"/>
              </a:rPr>
              <a:t>Random verification inspections for airfreight</a:t>
            </a:r>
            <a:endParaRPr lang="en-AU" altLang="en-US" sz="1800" b="1">
              <a:ea typeface="Calibri"/>
              <a:cs typeface="Calibri"/>
            </a:endParaRPr>
          </a:p>
          <a:p>
            <a:pPr>
              <a:spcAft>
                <a:spcPts val="1000"/>
              </a:spcAft>
            </a:pPr>
            <a:r>
              <a:rPr lang="en-AU" altLang="en-US" sz="1800">
                <a:cs typeface="Calibri"/>
              </a:rPr>
              <a:t>Random inspections will apply to target high risk goods shipped as airfreight from </a:t>
            </a:r>
            <a:r>
              <a:rPr lang="en-AU" altLang="en-US" sz="1800" b="1">
                <a:cs typeface="Calibri"/>
              </a:rPr>
              <a:t>United States of America </a:t>
            </a:r>
            <a:r>
              <a:rPr lang="en-AU" altLang="en-US" sz="1800">
                <a:cs typeface="Calibri"/>
              </a:rPr>
              <a:t>and </a:t>
            </a:r>
            <a:r>
              <a:rPr lang="en-AU" altLang="en-US" sz="1800" b="1">
                <a:cs typeface="Calibri"/>
              </a:rPr>
              <a:t>China</a:t>
            </a:r>
            <a:r>
              <a:rPr lang="en-AU" altLang="en-US" sz="1800">
                <a:cs typeface="Calibri"/>
              </a:rPr>
              <a:t> between 1 September to 30 April (inclusive). BMSB treatment of these goods will </a:t>
            </a:r>
            <a:r>
              <a:rPr lang="en-AU" altLang="en-US" sz="1800" b="1" i="1">
                <a:cs typeface="Calibri"/>
              </a:rPr>
              <a:t>not</a:t>
            </a:r>
            <a:r>
              <a:rPr lang="en-AU" altLang="en-US" sz="1800">
                <a:cs typeface="Calibri"/>
              </a:rPr>
              <a:t> be required.</a:t>
            </a:r>
            <a:endParaRPr lang="en-AU" altLang="en-US" sz="1800">
              <a:ea typeface="Calibri"/>
              <a:cs typeface="Calibri"/>
            </a:endParaRPr>
          </a:p>
        </p:txBody>
      </p:sp>
      <p:pic>
        <p:nvPicPr>
          <p:cNvPr id="8" name="Picture 7">
            <a:extLst>
              <a:ext uri="{FF2B5EF4-FFF2-40B4-BE49-F238E27FC236}">
                <a16:creationId xmlns:a16="http://schemas.microsoft.com/office/drawing/2014/main" id="{C4BB1D41-D7D6-561E-CC11-5EA713A50590}"/>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8051478" flipV="1">
            <a:off x="6749325" y="-238431"/>
            <a:ext cx="1627663" cy="1627532"/>
          </a:xfrm>
          <a:prstGeom prst="rect">
            <a:avLst/>
          </a:prstGeom>
        </p:spPr>
      </p:pic>
      <p:pic>
        <p:nvPicPr>
          <p:cNvPr id="9" name="Picture 8">
            <a:extLst>
              <a:ext uri="{FF2B5EF4-FFF2-40B4-BE49-F238E27FC236}">
                <a16:creationId xmlns:a16="http://schemas.microsoft.com/office/drawing/2014/main" id="{BB428AD0-F369-0692-2EC2-5336F4E6B06C}"/>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5490236" flipV="1">
            <a:off x="8381278" y="464448"/>
            <a:ext cx="1306216" cy="1306111"/>
          </a:xfrm>
          <a:prstGeom prst="rect">
            <a:avLst/>
          </a:prstGeom>
        </p:spPr>
      </p:pic>
      <p:pic>
        <p:nvPicPr>
          <p:cNvPr id="10" name="Picture 9">
            <a:extLst>
              <a:ext uri="{FF2B5EF4-FFF2-40B4-BE49-F238E27FC236}">
                <a16:creationId xmlns:a16="http://schemas.microsoft.com/office/drawing/2014/main" id="{5535D9EE-FECE-A2DC-B092-FBE4634B9188}"/>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7850724" flipH="1" flipV="1">
            <a:off x="-10608" y="5945174"/>
            <a:ext cx="989989" cy="989910"/>
          </a:xfrm>
          <a:prstGeom prst="rect">
            <a:avLst/>
          </a:prstGeom>
        </p:spPr>
      </p:pic>
    </p:spTree>
    <p:extLst>
      <p:ext uri="{BB962C8B-B14F-4D97-AF65-F5344CB8AC3E}">
        <p14:creationId xmlns:p14="http://schemas.microsoft.com/office/powerpoint/2010/main" val="14154212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963E7-E781-31D2-81A8-736F86E3D3F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2B4FD29-EC5D-0EB8-97AF-CCC27ABDEBC9}"/>
              </a:ext>
              <a:ext uri="{C183D7F6-B498-43B3-948B-1728B52AA6E4}">
                <adec:decorative xmlns:adec="http://schemas.microsoft.com/office/drawing/2017/decorative" val="1"/>
              </a:ext>
            </a:extLst>
          </p:cNvPr>
          <p:cNvPicPr>
            <a:picLocks noChangeAspect="1"/>
          </p:cNvPicPr>
          <p:nvPr/>
        </p:nvPicPr>
        <p:blipFill rotWithShape="1">
          <a:blip r:embed="rId3">
            <a:alphaModFix/>
            <a:extLst>
              <a:ext uri="{28A0092B-C50C-407E-A947-70E740481C1C}">
                <a14:useLocalDpi xmlns:a14="http://schemas.microsoft.com/office/drawing/2010/main" val="0"/>
              </a:ext>
            </a:extLst>
          </a:blip>
          <a:srcRect l="-181" t="-1274" r="24419" b="24642"/>
          <a:stretch/>
        </p:blipFill>
        <p:spPr>
          <a:xfrm>
            <a:off x="8659904" y="3291681"/>
            <a:ext cx="3532096" cy="3566319"/>
          </a:xfrm>
          <a:prstGeom prst="rect">
            <a:avLst/>
          </a:prstGeom>
        </p:spPr>
      </p:pic>
      <p:sp>
        <p:nvSpPr>
          <p:cNvPr id="2" name="Text Placeholder 4">
            <a:extLst>
              <a:ext uri="{FF2B5EF4-FFF2-40B4-BE49-F238E27FC236}">
                <a16:creationId xmlns:a16="http://schemas.microsoft.com/office/drawing/2014/main" id="{21DAC089-47BD-E170-FB12-4B90FABBC201}"/>
              </a:ext>
            </a:extLst>
          </p:cNvPr>
          <p:cNvSpPr txBox="1">
            <a:spLocks noGrp="1"/>
          </p:cNvSpPr>
          <p:nvPr>
            <p:ph type="title" idx="4294967295"/>
          </p:nvPr>
        </p:nvSpPr>
        <p:spPr>
          <a:xfrm>
            <a:off x="689679" y="821327"/>
            <a:ext cx="9208465" cy="58694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4000" b="1" i="0" u="none" strike="noStrike" kern="1200" cap="none" spc="0" normalizeH="0" baseline="0" noProof="0">
                <a:ln>
                  <a:noFill/>
                </a:ln>
                <a:solidFill>
                  <a:schemeClr val="tx1"/>
                </a:solidFill>
                <a:effectLst/>
                <a:uLnTx/>
                <a:uFillTx/>
                <a:latin typeface="+mn-lt"/>
                <a:ea typeface="+mn-ea"/>
                <a:cs typeface="+mn-cs"/>
              </a:rPr>
              <a:t>BMSB sealing declarations</a:t>
            </a:r>
            <a:endParaRPr kumimoji="0" lang="en-AU" sz="4800" b="1" i="0" u="none" strike="noStrike" kern="1200" cap="none" spc="0" normalizeH="0" baseline="0" noProof="0">
              <a:ln>
                <a:noFill/>
              </a:ln>
              <a:solidFill>
                <a:schemeClr val="tx1"/>
              </a:solidFill>
              <a:effectLst/>
              <a:uLnTx/>
              <a:uFillTx/>
              <a:latin typeface="+mn-lt"/>
              <a:ea typeface="+mn-ea"/>
              <a:cs typeface="+mn-cs"/>
            </a:endParaRPr>
          </a:p>
        </p:txBody>
      </p:sp>
      <p:sp>
        <p:nvSpPr>
          <p:cNvPr id="3" name="TextBox 2">
            <a:extLst>
              <a:ext uri="{FF2B5EF4-FFF2-40B4-BE49-F238E27FC236}">
                <a16:creationId xmlns:a16="http://schemas.microsoft.com/office/drawing/2014/main" id="{05A4F197-DB5F-C7EF-8E91-C0C223A70E7D}"/>
              </a:ext>
            </a:extLst>
          </p:cNvPr>
          <p:cNvSpPr txBox="1"/>
          <p:nvPr/>
        </p:nvSpPr>
        <p:spPr>
          <a:xfrm>
            <a:off x="689679" y="1708699"/>
            <a:ext cx="10957490" cy="3103414"/>
          </a:xfrm>
          <a:prstGeom prst="rect">
            <a:avLst/>
          </a:prstGeom>
          <a:noFill/>
        </p:spPr>
        <p:txBody>
          <a:bodyPr wrap="square">
            <a:spAutoFit/>
          </a:bodyPr>
          <a:lstStyle/>
          <a:p>
            <a:pPr>
              <a:lnSpc>
                <a:spcPct val="100000"/>
              </a:lnSpc>
              <a:spcBef>
                <a:spcPts val="0"/>
              </a:spcBef>
              <a:spcAft>
                <a:spcPts val="1000"/>
              </a:spcAft>
            </a:pPr>
            <a:r>
              <a:rPr lang="en-AU" b="0" i="0">
                <a:solidFill>
                  <a:srgbClr val="000000"/>
                </a:solidFill>
                <a:effectLst/>
              </a:rPr>
              <a:t>Sealing declarations will be accepted by the department to verify:</a:t>
            </a:r>
          </a:p>
          <a:p>
            <a:pPr marL="742950" lvl="1" indent="-285750">
              <a:spcAft>
                <a:spcPts val="1000"/>
              </a:spcAft>
              <a:buFont typeface="Wingdings" panose="05000000000000000000" pitchFamily="2" charset="2"/>
              <a:buChar char="Ø"/>
            </a:pPr>
            <a:r>
              <a:rPr lang="en-AU" sz="1600" b="0" i="0">
                <a:solidFill>
                  <a:srgbClr val="000000"/>
                </a:solidFill>
                <a:effectLst/>
              </a:rPr>
              <a:t>goods have been sealed in a six hard sided container in a target risk country prior to 1 September, </a:t>
            </a:r>
          </a:p>
          <a:p>
            <a:pPr marL="742950" lvl="1" indent="-285750">
              <a:spcAft>
                <a:spcPts val="1000"/>
              </a:spcAft>
              <a:buFont typeface="Wingdings" panose="05000000000000000000" pitchFamily="2" charset="2"/>
              <a:buChar char="Ø"/>
            </a:pPr>
            <a:r>
              <a:rPr lang="en-AU" sz="1600" b="0" i="0">
                <a:solidFill>
                  <a:srgbClr val="000000"/>
                </a:solidFill>
                <a:effectLst/>
              </a:rPr>
              <a:t>goods have been sealed in a six hard sided container in a non-target risk country prior to being shipped from a target risk port at any time within the BMSB season, or</a:t>
            </a:r>
          </a:p>
          <a:p>
            <a:pPr marL="742950" lvl="1" indent="-285750">
              <a:spcAft>
                <a:spcPts val="1000"/>
              </a:spcAft>
              <a:buFont typeface="Wingdings" panose="05000000000000000000" pitchFamily="2" charset="2"/>
              <a:buChar char="Ø"/>
            </a:pPr>
            <a:r>
              <a:rPr lang="en-AU" sz="1600" b="0" i="0">
                <a:solidFill>
                  <a:srgbClr val="000000"/>
                </a:solidFill>
                <a:effectLst/>
              </a:rPr>
              <a:t>goods have been treated and sealed in a six hard sided container within the 120-hour post treatment window.</a:t>
            </a:r>
          </a:p>
          <a:p>
            <a:pPr marL="285750" indent="-285750">
              <a:lnSpc>
                <a:spcPct val="100000"/>
              </a:lnSpc>
              <a:spcBef>
                <a:spcPts val="0"/>
              </a:spcBef>
              <a:spcAft>
                <a:spcPts val="1000"/>
              </a:spcAft>
              <a:buFont typeface="Arial" panose="020B0604020202020204" pitchFamily="34" charset="0"/>
              <a:buChar char="•"/>
            </a:pPr>
            <a:r>
              <a:rPr lang="en-AU" b="0" i="0">
                <a:solidFill>
                  <a:srgbClr val="000000"/>
                </a:solidFill>
                <a:effectLst/>
              </a:rPr>
              <a:t>Sealing </a:t>
            </a:r>
            <a:r>
              <a:rPr lang="en-AU">
                <a:solidFill>
                  <a:srgbClr val="000000"/>
                </a:solidFill>
              </a:rPr>
              <a:t>declarations </a:t>
            </a:r>
            <a:r>
              <a:rPr lang="en-AU" b="1" i="1">
                <a:solidFill>
                  <a:srgbClr val="000000"/>
                </a:solidFill>
                <a:effectLst/>
              </a:rPr>
              <a:t>must</a:t>
            </a:r>
            <a:r>
              <a:rPr lang="en-AU" b="0" i="0">
                <a:solidFill>
                  <a:srgbClr val="000000"/>
                </a:solidFill>
                <a:effectLst/>
              </a:rPr>
              <a:t> be completed by the exporter/freight forwarder/shipping company at the </a:t>
            </a:r>
            <a:r>
              <a:rPr lang="en-AU" b="1" i="1">
                <a:solidFill>
                  <a:srgbClr val="000000"/>
                </a:solidFill>
                <a:effectLst/>
              </a:rPr>
              <a:t>port of origin</a:t>
            </a:r>
            <a:r>
              <a:rPr lang="en-AU" b="0" i="0">
                <a:solidFill>
                  <a:srgbClr val="000000"/>
                </a:solidFill>
                <a:effectLst/>
              </a:rPr>
              <a:t>. Australian based importers/brokers cannot sign off on these declarations, and they will not be accepted by the department.</a:t>
            </a:r>
          </a:p>
          <a:p>
            <a:pPr marL="285750" indent="-285750">
              <a:lnSpc>
                <a:spcPct val="100000"/>
              </a:lnSpc>
              <a:spcBef>
                <a:spcPts val="0"/>
              </a:spcBef>
              <a:spcAft>
                <a:spcPts val="1000"/>
              </a:spcAft>
              <a:buFont typeface="Arial" panose="020B0604020202020204" pitchFamily="34" charset="0"/>
              <a:buChar char="•"/>
            </a:pPr>
            <a:r>
              <a:rPr lang="en-AU" b="0" i="0">
                <a:solidFill>
                  <a:srgbClr val="000000"/>
                </a:solidFill>
                <a:effectLst/>
              </a:rPr>
              <a:t>Sealing declarations cannot be used for open top, flat rack or modified containers.</a:t>
            </a:r>
            <a:endParaRPr lang="en-AU" altLang="en-US">
              <a:cs typeface="Calibri" panose="020F0502020204030204" pitchFamily="34" charset="0"/>
            </a:endParaRPr>
          </a:p>
        </p:txBody>
      </p:sp>
      <p:pic>
        <p:nvPicPr>
          <p:cNvPr id="95" name="Picture 94">
            <a:extLst>
              <a:ext uri="{FF2B5EF4-FFF2-40B4-BE49-F238E27FC236}">
                <a16:creationId xmlns:a16="http://schemas.microsoft.com/office/drawing/2014/main" id="{933EBDA2-64CC-D09C-9082-2A9B736160F9}"/>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3366163" flipH="1">
            <a:off x="3957406" y="5127700"/>
            <a:ext cx="1627663" cy="1627532"/>
          </a:xfrm>
          <a:prstGeom prst="rect">
            <a:avLst/>
          </a:prstGeom>
        </p:spPr>
      </p:pic>
      <p:pic>
        <p:nvPicPr>
          <p:cNvPr id="96" name="Picture 95">
            <a:extLst>
              <a:ext uri="{FF2B5EF4-FFF2-40B4-BE49-F238E27FC236}">
                <a16:creationId xmlns:a16="http://schemas.microsoft.com/office/drawing/2014/main" id="{64705493-B16E-6C42-7603-D84022104B39}"/>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6677828" flipH="1">
            <a:off x="1886696" y="4980846"/>
            <a:ext cx="1144087" cy="1143995"/>
          </a:xfrm>
          <a:prstGeom prst="rect">
            <a:avLst/>
          </a:prstGeom>
        </p:spPr>
      </p:pic>
      <p:pic>
        <p:nvPicPr>
          <p:cNvPr id="97" name="Picture 96">
            <a:extLst>
              <a:ext uri="{FF2B5EF4-FFF2-40B4-BE49-F238E27FC236}">
                <a16:creationId xmlns:a16="http://schemas.microsoft.com/office/drawing/2014/main" id="{73DF5A96-59C6-EF84-51C1-979DACC15FB3}"/>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3803367" flipH="1">
            <a:off x="287661" y="5891588"/>
            <a:ext cx="804036" cy="803971"/>
          </a:xfrm>
          <a:prstGeom prst="rect">
            <a:avLst/>
          </a:prstGeom>
        </p:spPr>
      </p:pic>
      <p:pic>
        <p:nvPicPr>
          <p:cNvPr id="5" name="Picture 4">
            <a:extLst>
              <a:ext uri="{FF2B5EF4-FFF2-40B4-BE49-F238E27FC236}">
                <a16:creationId xmlns:a16="http://schemas.microsoft.com/office/drawing/2014/main" id="{F9DE6665-B026-6682-4C34-9370802F55B7}"/>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6456139" flipH="1">
            <a:off x="6120722" y="4087230"/>
            <a:ext cx="3150000" cy="3149746"/>
          </a:xfrm>
          <a:prstGeom prst="rect">
            <a:avLst/>
          </a:prstGeom>
        </p:spPr>
      </p:pic>
      <p:pic>
        <p:nvPicPr>
          <p:cNvPr id="7" name="Picture 6">
            <a:extLst>
              <a:ext uri="{FF2B5EF4-FFF2-40B4-BE49-F238E27FC236}">
                <a16:creationId xmlns:a16="http://schemas.microsoft.com/office/drawing/2014/main" id="{18DAFEE7-2F28-3C62-1B0F-7403618AC7EF}"/>
              </a:ext>
              <a:ext uri="{C183D7F6-B498-43B3-948B-1728B52AA6E4}">
                <adec:decorative xmlns:adec="http://schemas.microsoft.com/office/drawing/2017/decorative" val="1"/>
              </a:ext>
            </a:extLst>
          </p:cNvPr>
          <p:cNvPicPr/>
          <p:nvPr/>
        </p:nvPicPr>
        <p:blipFill>
          <a:blip r:embed="rId4">
            <a:alphaModFix amt="35000"/>
            <a:extLst>
              <a:ext uri="{28A0092B-C50C-407E-A947-70E740481C1C}">
                <a14:useLocalDpi xmlns:a14="http://schemas.microsoft.com/office/drawing/2010/main" val="0"/>
              </a:ext>
            </a:extLst>
          </a:blip>
          <a:stretch>
            <a:fillRect/>
          </a:stretch>
        </p:blipFill>
        <p:spPr>
          <a:xfrm rot="12349248">
            <a:off x="7760605" y="-3783776"/>
            <a:ext cx="7231034" cy="7230451"/>
          </a:xfrm>
          <a:prstGeom prst="rect">
            <a:avLst/>
          </a:prstGeom>
        </p:spPr>
      </p:pic>
    </p:spTree>
    <p:extLst>
      <p:ext uri="{BB962C8B-B14F-4D97-AF65-F5344CB8AC3E}">
        <p14:creationId xmlns:p14="http://schemas.microsoft.com/office/powerpoint/2010/main" val="35250821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847BB-3CE0-F720-EDF5-42152CC30649}"/>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298CBD43-60DC-FC5F-C6D0-74DADE97D7A9}"/>
              </a:ext>
              <a:ext uri="{C183D7F6-B498-43B3-948B-1728B52AA6E4}">
                <adec:decorative xmlns:adec="http://schemas.microsoft.com/office/drawing/2017/decorative" val="1"/>
              </a:ext>
            </a:extLst>
          </p:cNvPr>
          <p:cNvPicPr>
            <a:picLocks noChangeAspect="1"/>
          </p:cNvPicPr>
          <p:nvPr/>
        </p:nvPicPr>
        <p:blipFill rotWithShape="1">
          <a:blip r:embed="rId3">
            <a:alphaModFix/>
            <a:extLst>
              <a:ext uri="{28A0092B-C50C-407E-A947-70E740481C1C}">
                <a14:useLocalDpi xmlns:a14="http://schemas.microsoft.com/office/drawing/2010/main" val="0"/>
              </a:ext>
            </a:extLst>
          </a:blip>
          <a:srcRect l="-181" t="-1274" r="24419" b="24642"/>
          <a:stretch/>
        </p:blipFill>
        <p:spPr>
          <a:xfrm rot="16200000">
            <a:off x="8659905" y="-17111"/>
            <a:ext cx="3532096" cy="3566319"/>
          </a:xfrm>
          <a:prstGeom prst="rect">
            <a:avLst/>
          </a:prstGeom>
        </p:spPr>
      </p:pic>
      <p:sp>
        <p:nvSpPr>
          <p:cNvPr id="6" name="Text Placeholder 4">
            <a:extLst>
              <a:ext uri="{FF2B5EF4-FFF2-40B4-BE49-F238E27FC236}">
                <a16:creationId xmlns:a16="http://schemas.microsoft.com/office/drawing/2014/main" id="{79D47160-4217-F86A-65CA-C70EE28A56A2}"/>
              </a:ext>
            </a:extLst>
          </p:cNvPr>
          <p:cNvSpPr txBox="1">
            <a:spLocks noGrp="1"/>
          </p:cNvSpPr>
          <p:nvPr>
            <p:ph type="title" idx="4294967295"/>
          </p:nvPr>
        </p:nvSpPr>
        <p:spPr>
          <a:xfrm>
            <a:off x="689679" y="821327"/>
            <a:ext cx="9208465" cy="58694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4000" b="1" i="0" u="none" strike="noStrike" kern="1200" cap="none" spc="0" normalizeH="0" baseline="0" noProof="0">
                <a:ln>
                  <a:noFill/>
                </a:ln>
                <a:solidFill>
                  <a:schemeClr val="tx1"/>
                </a:solidFill>
                <a:effectLst/>
                <a:uLnTx/>
                <a:uFillTx/>
                <a:latin typeface="+mn-lt"/>
                <a:ea typeface="+mn-ea"/>
                <a:cs typeface="+mn-cs"/>
              </a:rPr>
              <a:t>In-Transit Policy</a:t>
            </a:r>
          </a:p>
        </p:txBody>
      </p:sp>
      <p:sp>
        <p:nvSpPr>
          <p:cNvPr id="8" name="TextBox 7">
            <a:extLst>
              <a:ext uri="{FF2B5EF4-FFF2-40B4-BE49-F238E27FC236}">
                <a16:creationId xmlns:a16="http://schemas.microsoft.com/office/drawing/2014/main" id="{CA130253-5837-396B-D64E-BBF73A88D1CB}"/>
              </a:ext>
            </a:extLst>
          </p:cNvPr>
          <p:cNvSpPr txBox="1"/>
          <p:nvPr/>
        </p:nvSpPr>
        <p:spPr>
          <a:xfrm>
            <a:off x="689680" y="1634706"/>
            <a:ext cx="10648909" cy="4652556"/>
          </a:xfrm>
          <a:prstGeom prst="rect">
            <a:avLst/>
          </a:prstGeom>
          <a:solidFill>
            <a:schemeClr val="bg2">
              <a:lumMod val="40000"/>
              <a:lumOff val="60000"/>
              <a:alpha val="66000"/>
            </a:schemeClr>
          </a:solidFill>
          <a:effectLst>
            <a:softEdge rad="50800"/>
          </a:effectLst>
        </p:spPr>
        <p:txBody>
          <a:bodyPr wrap="square">
            <a:spAutoFit/>
          </a:bodyPr>
          <a:lstStyle/>
          <a:p>
            <a:pPr marL="0" indent="0">
              <a:lnSpc>
                <a:spcPct val="100000"/>
              </a:lnSpc>
              <a:spcAft>
                <a:spcPts val="1000"/>
              </a:spcAft>
              <a:buNone/>
            </a:pPr>
            <a:r>
              <a:rPr lang="en-AU" altLang="en-US" sz="1800" b="1">
                <a:cs typeface="Calibri" panose="020F0502020204030204" pitchFamily="34" charset="0"/>
              </a:rPr>
              <a:t>In-Transit Policy</a:t>
            </a:r>
          </a:p>
          <a:p>
            <a:pPr marL="0" indent="0">
              <a:lnSpc>
                <a:spcPct val="100000"/>
              </a:lnSpc>
              <a:spcAft>
                <a:spcPts val="1000"/>
              </a:spcAft>
              <a:buNone/>
            </a:pPr>
            <a:r>
              <a:rPr lang="en-AU" sz="1800" b="0" i="0">
                <a:effectLst/>
              </a:rPr>
              <a:t>Break bulk (including flat rack and open top containers) that were shipped on board on or prior to the relevant treatment provider being placed under review or suspended, or that have shipped on board a vessel within 120 hours after the suspension (goods in-transit to Australia at the time of status change), will be permitted to discharge/unload on arrival only if there is an approved risk management plan (RMP) in place. This (RMP) will be in the form of an approved ‘</a:t>
            </a:r>
            <a:r>
              <a:rPr lang="en-AU" sz="1800" b="1" i="1">
                <a:effectLst/>
              </a:rPr>
              <a:t>In-Transit Application</a:t>
            </a:r>
            <a:r>
              <a:rPr lang="en-AU" sz="1800">
                <a:effectLst/>
              </a:rPr>
              <a:t>’.</a:t>
            </a:r>
            <a:r>
              <a:rPr lang="en-AU" sz="1800" b="0" i="0">
                <a:effectLst/>
              </a:rPr>
              <a:t> </a:t>
            </a:r>
          </a:p>
          <a:p>
            <a:pPr marL="0" indent="0">
              <a:lnSpc>
                <a:spcPct val="100000"/>
              </a:lnSpc>
              <a:spcAft>
                <a:spcPts val="1000"/>
              </a:spcAft>
              <a:buNone/>
            </a:pPr>
            <a:r>
              <a:rPr lang="en-AU" altLang="en-US">
                <a:cs typeface="Calibri" panose="020F0502020204030204" pitchFamily="34" charset="0"/>
              </a:rPr>
              <a:t>As part of the application requirements, the completed form must include: </a:t>
            </a:r>
          </a:p>
          <a:p>
            <a:pPr marL="742950" lvl="1" indent="-285750">
              <a:spcAft>
                <a:spcPts val="1000"/>
              </a:spcAft>
              <a:buFont typeface="Wingdings" panose="05000000000000000000" pitchFamily="2" charset="2"/>
              <a:buChar char="Ø"/>
            </a:pPr>
            <a:r>
              <a:rPr lang="en-AU" altLang="en-US" sz="1400">
                <a:cs typeface="Calibri" panose="020F0502020204030204" pitchFamily="34" charset="0"/>
              </a:rPr>
              <a:t>A copy of the original treatment certificate. </a:t>
            </a:r>
          </a:p>
          <a:p>
            <a:pPr marL="742950" lvl="1" indent="-285750">
              <a:spcAft>
                <a:spcPts val="1000"/>
              </a:spcAft>
              <a:buFont typeface="Wingdings" panose="05000000000000000000" pitchFamily="2" charset="2"/>
              <a:buChar char="Ø"/>
            </a:pPr>
            <a:r>
              <a:rPr lang="en-AU" altLang="en-US" sz="1400">
                <a:cs typeface="Calibri" panose="020F0502020204030204" pitchFamily="34" charset="0"/>
              </a:rPr>
              <a:t>A copy of the Bill of Lading that includes a shipped on board date. </a:t>
            </a:r>
          </a:p>
          <a:p>
            <a:pPr marL="742950" lvl="1" indent="-285750">
              <a:spcAft>
                <a:spcPts val="1000"/>
              </a:spcAft>
              <a:buFont typeface="Wingdings" panose="05000000000000000000" pitchFamily="2" charset="2"/>
              <a:buChar char="Ø"/>
            </a:pPr>
            <a:r>
              <a:rPr lang="en-AU" altLang="en-US" sz="1400">
                <a:cs typeface="Calibri" panose="020F0502020204030204" pitchFamily="34" charset="0"/>
              </a:rPr>
              <a:t>Written evidence from the entity engaged to perform the tarping, confirming the tarping will be performed within 24 hours of discharge.  </a:t>
            </a:r>
          </a:p>
          <a:p>
            <a:pPr marL="742950" lvl="1" indent="-285750">
              <a:spcAft>
                <a:spcPts val="1000"/>
              </a:spcAft>
              <a:buFont typeface="Wingdings" panose="05000000000000000000" pitchFamily="2" charset="2"/>
              <a:buChar char="Ø"/>
            </a:pPr>
            <a:r>
              <a:rPr lang="en-AU" altLang="en-US" sz="1400">
                <a:cs typeface="Calibri" panose="020F0502020204030204" pitchFamily="34" charset="0"/>
              </a:rPr>
              <a:t>Written evidence from the wharf operator, confirming access will be provided to the 3rd party to allow tarping to be performed within </a:t>
            </a:r>
            <a:br>
              <a:rPr lang="en-AU" altLang="en-US" sz="1400">
                <a:cs typeface="Calibri" panose="020F0502020204030204" pitchFamily="34" charset="0"/>
              </a:rPr>
            </a:br>
            <a:r>
              <a:rPr lang="en-AU" altLang="en-US" sz="1400">
                <a:cs typeface="Calibri" panose="020F0502020204030204" pitchFamily="34" charset="0"/>
              </a:rPr>
              <a:t>24 hours of discharge.  </a:t>
            </a:r>
          </a:p>
          <a:p>
            <a:pPr marL="742950" lvl="1" indent="-285750">
              <a:spcAft>
                <a:spcPts val="1000"/>
              </a:spcAft>
              <a:buFont typeface="Wingdings" panose="05000000000000000000" pitchFamily="2" charset="2"/>
              <a:buChar char="Ø"/>
            </a:pPr>
            <a:r>
              <a:rPr lang="en-AU" altLang="en-US" sz="1400">
                <a:cs typeface="Calibri" panose="020F0502020204030204" pitchFamily="34" charset="0"/>
              </a:rPr>
              <a:t>Written evidence from the entity (AA class 4.6) engaged to perform the treatment, confirming the treatment will be performed within 24 hours of the tarping being verified by a DAFF officer prior to movement to the nominated AA. </a:t>
            </a:r>
          </a:p>
        </p:txBody>
      </p:sp>
      <p:pic>
        <p:nvPicPr>
          <p:cNvPr id="18" name="Picture 17">
            <a:extLst>
              <a:ext uri="{FF2B5EF4-FFF2-40B4-BE49-F238E27FC236}">
                <a16:creationId xmlns:a16="http://schemas.microsoft.com/office/drawing/2014/main" id="{953E2F21-70A6-8563-5091-293E2BC45EAA}"/>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8051478" flipV="1">
            <a:off x="6509296" y="-238432"/>
            <a:ext cx="1627663" cy="1627532"/>
          </a:xfrm>
          <a:prstGeom prst="rect">
            <a:avLst/>
          </a:prstGeom>
        </p:spPr>
      </p:pic>
      <p:pic>
        <p:nvPicPr>
          <p:cNvPr id="19" name="Picture 18">
            <a:extLst>
              <a:ext uri="{FF2B5EF4-FFF2-40B4-BE49-F238E27FC236}">
                <a16:creationId xmlns:a16="http://schemas.microsoft.com/office/drawing/2014/main" id="{E28DA3C4-2207-972E-563C-32A8D14AD3DD}"/>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5490236" flipV="1">
            <a:off x="8141249" y="464447"/>
            <a:ext cx="1306216" cy="1306111"/>
          </a:xfrm>
          <a:prstGeom prst="rect">
            <a:avLst/>
          </a:prstGeom>
        </p:spPr>
      </p:pic>
      <p:pic>
        <p:nvPicPr>
          <p:cNvPr id="20" name="Picture 19">
            <a:extLst>
              <a:ext uri="{FF2B5EF4-FFF2-40B4-BE49-F238E27FC236}">
                <a16:creationId xmlns:a16="http://schemas.microsoft.com/office/drawing/2014/main" id="{03136D58-A88C-10B1-F546-937506D3499C}"/>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7850724" flipH="1" flipV="1">
            <a:off x="9316272" y="3381532"/>
            <a:ext cx="989989" cy="989910"/>
          </a:xfrm>
          <a:prstGeom prst="rect">
            <a:avLst/>
          </a:prstGeom>
        </p:spPr>
      </p:pic>
    </p:spTree>
    <p:extLst>
      <p:ext uri="{BB962C8B-B14F-4D97-AF65-F5344CB8AC3E}">
        <p14:creationId xmlns:p14="http://schemas.microsoft.com/office/powerpoint/2010/main" val="9640764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7C79E-5C89-E03D-1E08-E960BA8CFD6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F198B68-5FB5-C226-0DAF-65A431898FE9}"/>
              </a:ext>
              <a:ext uri="{C183D7F6-B498-43B3-948B-1728B52AA6E4}">
                <adec:decorative xmlns:adec="http://schemas.microsoft.com/office/drawing/2017/decorative" val="1"/>
              </a:ext>
            </a:extLst>
          </p:cNvPr>
          <p:cNvPicPr>
            <a:picLocks noChangeAspect="1"/>
          </p:cNvPicPr>
          <p:nvPr/>
        </p:nvPicPr>
        <p:blipFill rotWithShape="1">
          <a:blip r:embed="rId3">
            <a:alphaModFix/>
            <a:extLst>
              <a:ext uri="{28A0092B-C50C-407E-A947-70E740481C1C}">
                <a14:useLocalDpi xmlns:a14="http://schemas.microsoft.com/office/drawing/2010/main" val="0"/>
              </a:ext>
            </a:extLst>
          </a:blip>
          <a:srcRect l="-181" t="-1274" r="24419" b="24642"/>
          <a:stretch/>
        </p:blipFill>
        <p:spPr>
          <a:xfrm>
            <a:off x="8659904" y="3291681"/>
            <a:ext cx="3532096" cy="3566319"/>
          </a:xfrm>
          <a:prstGeom prst="rect">
            <a:avLst/>
          </a:prstGeom>
        </p:spPr>
      </p:pic>
      <p:sp>
        <p:nvSpPr>
          <p:cNvPr id="2" name="Text Placeholder 4">
            <a:extLst>
              <a:ext uri="{FF2B5EF4-FFF2-40B4-BE49-F238E27FC236}">
                <a16:creationId xmlns:a16="http://schemas.microsoft.com/office/drawing/2014/main" id="{22FDB3D8-A4C5-234A-2526-6D5968F0C404}"/>
              </a:ext>
            </a:extLst>
          </p:cNvPr>
          <p:cNvSpPr txBox="1">
            <a:spLocks noGrp="1"/>
          </p:cNvSpPr>
          <p:nvPr>
            <p:ph type="title" idx="4294967295"/>
          </p:nvPr>
        </p:nvSpPr>
        <p:spPr>
          <a:xfrm>
            <a:off x="689679" y="821327"/>
            <a:ext cx="9208465" cy="58694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4000" b="1" i="0" u="none" strike="noStrike" kern="1200" cap="none" spc="0" normalizeH="0" baseline="0" noProof="0">
                <a:ln>
                  <a:noFill/>
                </a:ln>
                <a:solidFill>
                  <a:schemeClr val="tx1"/>
                </a:solidFill>
                <a:effectLst/>
                <a:uLnTx/>
                <a:uFillTx/>
                <a:latin typeface="+mn-lt"/>
                <a:ea typeface="+mn-ea"/>
                <a:cs typeface="+mn-cs"/>
              </a:rPr>
              <a:t>Rolled Goods Policy</a:t>
            </a:r>
          </a:p>
        </p:txBody>
      </p:sp>
      <p:sp>
        <p:nvSpPr>
          <p:cNvPr id="7" name="TextBox 6">
            <a:extLst>
              <a:ext uri="{FF2B5EF4-FFF2-40B4-BE49-F238E27FC236}">
                <a16:creationId xmlns:a16="http://schemas.microsoft.com/office/drawing/2014/main" id="{3A7B09FB-C4A1-5484-26CE-3986896F9C8F}"/>
              </a:ext>
            </a:extLst>
          </p:cNvPr>
          <p:cNvSpPr txBox="1"/>
          <p:nvPr/>
        </p:nvSpPr>
        <p:spPr>
          <a:xfrm>
            <a:off x="689680" y="1634706"/>
            <a:ext cx="10811021" cy="4847481"/>
          </a:xfrm>
          <a:prstGeom prst="rect">
            <a:avLst/>
          </a:prstGeom>
          <a:solidFill>
            <a:schemeClr val="bg2">
              <a:lumMod val="40000"/>
              <a:lumOff val="60000"/>
              <a:alpha val="66000"/>
            </a:schemeClr>
          </a:solidFill>
          <a:effectLst>
            <a:softEdge rad="50800"/>
          </a:effectLst>
        </p:spPr>
        <p:txBody>
          <a:bodyPr wrap="square">
            <a:spAutoFit/>
          </a:bodyPr>
          <a:lstStyle/>
          <a:p>
            <a:pPr marL="0" indent="0">
              <a:lnSpc>
                <a:spcPct val="100000"/>
              </a:lnSpc>
              <a:spcAft>
                <a:spcPts val="1000"/>
              </a:spcAft>
              <a:buNone/>
            </a:pPr>
            <a:r>
              <a:rPr lang="en-AU" altLang="en-US" sz="1800" b="1">
                <a:cs typeface="Calibri" panose="020F0502020204030204" pitchFamily="34" charset="0"/>
              </a:rPr>
              <a:t>In-Transit Policy</a:t>
            </a:r>
          </a:p>
          <a:p>
            <a:pPr marL="0" indent="0">
              <a:lnSpc>
                <a:spcPct val="100000"/>
              </a:lnSpc>
              <a:spcAft>
                <a:spcPts val="1000"/>
              </a:spcAft>
              <a:buNone/>
            </a:pPr>
            <a:r>
              <a:rPr lang="en-AU" sz="1800" b="0" i="0">
                <a:effectLst/>
              </a:rPr>
              <a:t>There are provisions in the measures that enable break bulk (including open top and flat rack containers) to be retreated onshore within 48 hours of arrival if they have exceeded the 120 hour post treatment window by less than 48 hours (making total post treatment window time 168 hours) due to being delayed in the load port by the shipping line. This will now be managed via a ‘</a:t>
            </a:r>
            <a:r>
              <a:rPr lang="en-AU" sz="1800" b="1" i="1">
                <a:effectLst/>
              </a:rPr>
              <a:t>Rolled Goods Application</a:t>
            </a:r>
            <a:r>
              <a:rPr lang="en-AU" sz="1800">
                <a:effectLst/>
              </a:rPr>
              <a:t>’.</a:t>
            </a:r>
            <a:r>
              <a:rPr lang="en-AU" sz="1800" b="0" i="0">
                <a:effectLst/>
              </a:rPr>
              <a:t> </a:t>
            </a:r>
          </a:p>
          <a:p>
            <a:pPr marL="0" indent="0">
              <a:lnSpc>
                <a:spcPct val="100000"/>
              </a:lnSpc>
              <a:spcAft>
                <a:spcPts val="1000"/>
              </a:spcAft>
              <a:buNone/>
            </a:pPr>
            <a:r>
              <a:rPr lang="en-AU" altLang="en-US" sz="1800">
                <a:cs typeface="Calibri" panose="020F0502020204030204" pitchFamily="34" charset="0"/>
              </a:rPr>
              <a:t>As part of the application requirements, the completed form must include: </a:t>
            </a:r>
          </a:p>
          <a:p>
            <a:pPr marL="742950" lvl="1" indent="-285750">
              <a:spcAft>
                <a:spcPts val="1000"/>
              </a:spcAft>
              <a:buFont typeface="Wingdings" panose="05000000000000000000" pitchFamily="2" charset="2"/>
              <a:buChar char="Ø"/>
            </a:pPr>
            <a:r>
              <a:rPr lang="en-AU" altLang="en-US" sz="1400">
                <a:cs typeface="Calibri" panose="020F0502020204030204" pitchFamily="34" charset="0"/>
              </a:rPr>
              <a:t>A copy of the original treatment certificate. </a:t>
            </a:r>
          </a:p>
          <a:p>
            <a:pPr marL="742950" lvl="1" indent="-285750">
              <a:spcAft>
                <a:spcPts val="1000"/>
              </a:spcAft>
              <a:buFont typeface="Wingdings" panose="05000000000000000000" pitchFamily="2" charset="2"/>
              <a:buChar char="Ø"/>
            </a:pPr>
            <a:r>
              <a:rPr lang="en-AU" altLang="en-US" sz="1400">
                <a:cs typeface="Calibri" panose="020F0502020204030204" pitchFamily="34" charset="0"/>
              </a:rPr>
              <a:t>A copy of the original booking that includes the intended shipping date. </a:t>
            </a:r>
          </a:p>
          <a:p>
            <a:pPr marL="742950" lvl="1" indent="-285750">
              <a:spcAft>
                <a:spcPts val="1000"/>
              </a:spcAft>
              <a:buFont typeface="Wingdings" panose="05000000000000000000" pitchFamily="2" charset="2"/>
              <a:buChar char="Ø"/>
            </a:pPr>
            <a:r>
              <a:rPr lang="en-AU" altLang="en-US" sz="1400">
                <a:cs typeface="Calibri" panose="020F0502020204030204" pitchFamily="34" charset="0"/>
              </a:rPr>
              <a:t>Evidence from the shipping line that the goods were rolled to another booking. </a:t>
            </a:r>
          </a:p>
          <a:p>
            <a:pPr marL="742950" lvl="1" indent="-285750">
              <a:spcAft>
                <a:spcPts val="1000"/>
              </a:spcAft>
              <a:buFont typeface="Wingdings" panose="05000000000000000000" pitchFamily="2" charset="2"/>
              <a:buChar char="Ø"/>
            </a:pPr>
            <a:r>
              <a:rPr lang="en-AU" altLang="en-US" sz="1400">
                <a:cs typeface="Calibri" panose="020F0502020204030204" pitchFamily="34" charset="0"/>
              </a:rPr>
              <a:t>Evidence of the rebooked voyage and actual shipped on board date. </a:t>
            </a:r>
          </a:p>
          <a:p>
            <a:pPr marL="742950" lvl="1" indent="-285750">
              <a:spcAft>
                <a:spcPts val="1000"/>
              </a:spcAft>
              <a:buFont typeface="Wingdings" panose="05000000000000000000" pitchFamily="2" charset="2"/>
              <a:buChar char="Ø"/>
            </a:pPr>
            <a:r>
              <a:rPr lang="en-AU" altLang="en-US" sz="1400">
                <a:cs typeface="Calibri" panose="020F0502020204030204" pitchFamily="34" charset="0"/>
              </a:rPr>
              <a:t>Written evidence from the entity engaged to perform the tarping, confirming the tarping will be performed within 24 hours of discharge.  </a:t>
            </a:r>
          </a:p>
          <a:p>
            <a:pPr marL="742950" lvl="1" indent="-285750">
              <a:spcAft>
                <a:spcPts val="1000"/>
              </a:spcAft>
              <a:buFont typeface="Wingdings" panose="05000000000000000000" pitchFamily="2" charset="2"/>
              <a:buChar char="Ø"/>
            </a:pPr>
            <a:r>
              <a:rPr lang="en-AU" altLang="en-US" sz="1400">
                <a:cs typeface="Calibri" panose="020F0502020204030204" pitchFamily="34" charset="0"/>
              </a:rPr>
              <a:t>Written evidence from the wharf operator, confirming access will be provided to the 3rd party to allow tarping to be performed within 24 hours of discharge.  </a:t>
            </a:r>
          </a:p>
          <a:p>
            <a:pPr marL="742950" lvl="1" indent="-285750">
              <a:spcAft>
                <a:spcPts val="1000"/>
              </a:spcAft>
              <a:buFont typeface="Wingdings" panose="05000000000000000000" pitchFamily="2" charset="2"/>
              <a:buChar char="Ø"/>
            </a:pPr>
            <a:r>
              <a:rPr lang="en-AU" altLang="en-US" sz="1400">
                <a:cs typeface="Calibri" panose="020F0502020204030204" pitchFamily="34" charset="0"/>
              </a:rPr>
              <a:t>Written evidence from the entity (AA class 4.6) engaged to perform the treatment, confirming the treatment will be performed within 24 hours of the tarping being verified by a DAFF officer prior to movement to the nominated AA. </a:t>
            </a:r>
          </a:p>
        </p:txBody>
      </p:sp>
      <p:pic>
        <p:nvPicPr>
          <p:cNvPr id="6" name="Picture 5">
            <a:extLst>
              <a:ext uri="{FF2B5EF4-FFF2-40B4-BE49-F238E27FC236}">
                <a16:creationId xmlns:a16="http://schemas.microsoft.com/office/drawing/2014/main" id="{32026242-2C3A-852D-F85B-CDEF23C91A82}"/>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7469838">
            <a:off x="7701777" y="705899"/>
            <a:ext cx="1627663" cy="1627532"/>
          </a:xfrm>
          <a:prstGeom prst="rect">
            <a:avLst/>
          </a:prstGeom>
        </p:spPr>
      </p:pic>
      <p:pic>
        <p:nvPicPr>
          <p:cNvPr id="11" name="Picture 10">
            <a:extLst>
              <a:ext uri="{FF2B5EF4-FFF2-40B4-BE49-F238E27FC236}">
                <a16:creationId xmlns:a16="http://schemas.microsoft.com/office/drawing/2014/main" id="{B91FB940-B3EC-0302-6157-75467B81063C}"/>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5377496">
            <a:off x="10005933" y="153890"/>
            <a:ext cx="1144087" cy="1143995"/>
          </a:xfrm>
          <a:prstGeom prst="rect">
            <a:avLst/>
          </a:prstGeom>
        </p:spPr>
      </p:pic>
      <p:pic>
        <p:nvPicPr>
          <p:cNvPr id="12" name="Picture 11">
            <a:extLst>
              <a:ext uri="{FF2B5EF4-FFF2-40B4-BE49-F238E27FC236}">
                <a16:creationId xmlns:a16="http://schemas.microsoft.com/office/drawing/2014/main" id="{0FE0B8F0-4D9B-4332-3790-3DAAF4C5E770}"/>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8208425">
            <a:off x="11384984" y="1852818"/>
            <a:ext cx="804036" cy="803971"/>
          </a:xfrm>
          <a:prstGeom prst="rect">
            <a:avLst/>
          </a:prstGeom>
        </p:spPr>
      </p:pic>
      <p:pic>
        <p:nvPicPr>
          <p:cNvPr id="13" name="Picture 12">
            <a:extLst>
              <a:ext uri="{FF2B5EF4-FFF2-40B4-BE49-F238E27FC236}">
                <a16:creationId xmlns:a16="http://schemas.microsoft.com/office/drawing/2014/main" id="{46F9B4BE-7B2F-4532-11C1-B10A9E846ABE}"/>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5143861">
            <a:off x="4597510" y="-251264"/>
            <a:ext cx="2763904" cy="2763681"/>
          </a:xfrm>
          <a:prstGeom prst="rect">
            <a:avLst/>
          </a:prstGeom>
        </p:spPr>
      </p:pic>
    </p:spTree>
    <p:extLst>
      <p:ext uri="{BB962C8B-B14F-4D97-AF65-F5344CB8AC3E}">
        <p14:creationId xmlns:p14="http://schemas.microsoft.com/office/powerpoint/2010/main" val="15466655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79474-8424-D586-CF86-D83C3D78A38C}"/>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DFE47A3D-A6DD-A12D-641B-1ED8CCB2A32D}"/>
              </a:ext>
              <a:ext uri="{C183D7F6-B498-43B3-948B-1728B52AA6E4}">
                <adec:decorative xmlns:adec="http://schemas.microsoft.com/office/drawing/2017/decorative" val="1"/>
              </a:ext>
            </a:extLst>
          </p:cNvPr>
          <p:cNvPicPr>
            <a:picLocks noChangeAspect="1"/>
          </p:cNvPicPr>
          <p:nvPr/>
        </p:nvPicPr>
        <p:blipFill rotWithShape="1">
          <a:blip r:embed="rId3">
            <a:alphaModFix/>
            <a:extLst>
              <a:ext uri="{28A0092B-C50C-407E-A947-70E740481C1C}">
                <a14:useLocalDpi xmlns:a14="http://schemas.microsoft.com/office/drawing/2010/main" val="0"/>
              </a:ext>
            </a:extLst>
          </a:blip>
          <a:srcRect l="-181" t="-1274" r="24419" b="24642"/>
          <a:stretch/>
        </p:blipFill>
        <p:spPr>
          <a:xfrm rot="16200000">
            <a:off x="8659905" y="-17111"/>
            <a:ext cx="3532096" cy="3566319"/>
          </a:xfrm>
          <a:prstGeom prst="rect">
            <a:avLst/>
          </a:prstGeom>
        </p:spPr>
      </p:pic>
      <p:sp>
        <p:nvSpPr>
          <p:cNvPr id="6" name="Text Placeholder 4">
            <a:extLst>
              <a:ext uri="{FF2B5EF4-FFF2-40B4-BE49-F238E27FC236}">
                <a16:creationId xmlns:a16="http://schemas.microsoft.com/office/drawing/2014/main" id="{DA5ADAFC-2DD1-753D-B3C4-DF0D6334D9F4}"/>
              </a:ext>
            </a:extLst>
          </p:cNvPr>
          <p:cNvSpPr txBox="1">
            <a:spLocks noGrp="1"/>
          </p:cNvSpPr>
          <p:nvPr>
            <p:ph type="title" idx="4294967295"/>
          </p:nvPr>
        </p:nvSpPr>
        <p:spPr>
          <a:xfrm>
            <a:off x="689679" y="821327"/>
            <a:ext cx="9208465" cy="58694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4000" b="1" i="0" u="none" strike="noStrike" kern="1200" cap="none" spc="0" normalizeH="0" baseline="0" noProof="0">
                <a:ln>
                  <a:noFill/>
                </a:ln>
                <a:solidFill>
                  <a:schemeClr val="tx1"/>
                </a:solidFill>
                <a:effectLst/>
                <a:uLnTx/>
                <a:uFillTx/>
                <a:latin typeface="+mn-lt"/>
                <a:ea typeface="+mn-ea"/>
                <a:cs typeface="+mn-cs"/>
              </a:rPr>
              <a:t>Emerging Risk Countries</a:t>
            </a:r>
          </a:p>
        </p:txBody>
      </p:sp>
      <p:sp>
        <p:nvSpPr>
          <p:cNvPr id="8" name="TextBox 7">
            <a:extLst>
              <a:ext uri="{FF2B5EF4-FFF2-40B4-BE49-F238E27FC236}">
                <a16:creationId xmlns:a16="http://schemas.microsoft.com/office/drawing/2014/main" id="{54443935-0AC4-B44A-3D13-059C0D3E16AB}"/>
              </a:ext>
            </a:extLst>
          </p:cNvPr>
          <p:cNvSpPr txBox="1"/>
          <p:nvPr/>
        </p:nvSpPr>
        <p:spPr>
          <a:xfrm>
            <a:off x="689680" y="1634706"/>
            <a:ext cx="10648909" cy="3098284"/>
          </a:xfrm>
          <a:prstGeom prst="rect">
            <a:avLst/>
          </a:prstGeom>
          <a:solidFill>
            <a:schemeClr val="bg2">
              <a:lumMod val="40000"/>
              <a:lumOff val="60000"/>
              <a:alpha val="66000"/>
            </a:schemeClr>
          </a:solidFill>
          <a:effectLst>
            <a:softEdge rad="50800"/>
          </a:effectLst>
        </p:spPr>
        <p:txBody>
          <a:bodyPr wrap="square">
            <a:spAutoFit/>
          </a:bodyPr>
          <a:lstStyle/>
          <a:p>
            <a:pPr marL="0" indent="0">
              <a:lnSpc>
                <a:spcPct val="100000"/>
              </a:lnSpc>
              <a:spcAft>
                <a:spcPts val="1000"/>
              </a:spcAft>
              <a:buNone/>
            </a:pPr>
            <a:r>
              <a:rPr lang="en-AU" sz="1800" b="0" i="0">
                <a:effectLst/>
              </a:rPr>
              <a:t>The department has recognised the United Kingdom, China, Japan and the Republic of Korea as an emerging risk country only, therefore target high risk goods (with the addition of chapters 39, 94 and 95) that are manufactured in and shipped from these countries, will be subject to random inspections only. </a:t>
            </a:r>
          </a:p>
          <a:p>
            <a:pPr marL="0" indent="0">
              <a:lnSpc>
                <a:spcPct val="100000"/>
              </a:lnSpc>
              <a:spcAft>
                <a:spcPts val="1000"/>
              </a:spcAft>
              <a:buNone/>
            </a:pPr>
            <a:r>
              <a:rPr lang="en-AU" sz="1800" b="1" i="1">
                <a:effectLst/>
              </a:rPr>
              <a:t>BMSB fumigation for these goods will not be required.  </a:t>
            </a:r>
          </a:p>
          <a:p>
            <a:pPr marL="0" indent="0">
              <a:lnSpc>
                <a:spcPct val="100000"/>
              </a:lnSpc>
              <a:spcAft>
                <a:spcPts val="1000"/>
              </a:spcAft>
              <a:buNone/>
            </a:pPr>
            <a:r>
              <a:rPr lang="en-AU" sz="1800" b="0" i="0">
                <a:effectLst/>
              </a:rPr>
              <a:t>However, if the goods were manufactured in a target risk country, then shipped to the emerging risk country for export, they will be subject to BMSB seasonal measures including mandatory treatment if they were shipped within season. </a:t>
            </a:r>
          </a:p>
          <a:p>
            <a:pPr marL="0" indent="0">
              <a:lnSpc>
                <a:spcPct val="100000"/>
              </a:lnSpc>
              <a:spcAft>
                <a:spcPts val="1000"/>
              </a:spcAft>
              <a:buNone/>
            </a:pPr>
            <a:endParaRPr lang="en-AU" sz="1800" b="0" i="0">
              <a:effectLst/>
            </a:endParaRPr>
          </a:p>
          <a:p>
            <a:pPr marL="0" indent="0">
              <a:lnSpc>
                <a:spcPct val="100000"/>
              </a:lnSpc>
              <a:spcAft>
                <a:spcPts val="1000"/>
              </a:spcAft>
              <a:buNone/>
            </a:pPr>
            <a:r>
              <a:rPr lang="en-AU" sz="1800" b="0" i="0">
                <a:effectLst/>
              </a:rPr>
              <a:t> </a:t>
            </a:r>
          </a:p>
        </p:txBody>
      </p:sp>
      <p:pic>
        <p:nvPicPr>
          <p:cNvPr id="18" name="Picture 17">
            <a:extLst>
              <a:ext uri="{FF2B5EF4-FFF2-40B4-BE49-F238E27FC236}">
                <a16:creationId xmlns:a16="http://schemas.microsoft.com/office/drawing/2014/main" id="{9EE5518F-9B46-E50D-E403-E162F0264A78}"/>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8051478" flipV="1">
            <a:off x="6509296" y="-238432"/>
            <a:ext cx="1627663" cy="1627532"/>
          </a:xfrm>
          <a:prstGeom prst="rect">
            <a:avLst/>
          </a:prstGeom>
        </p:spPr>
      </p:pic>
      <p:pic>
        <p:nvPicPr>
          <p:cNvPr id="19" name="Picture 18">
            <a:extLst>
              <a:ext uri="{FF2B5EF4-FFF2-40B4-BE49-F238E27FC236}">
                <a16:creationId xmlns:a16="http://schemas.microsoft.com/office/drawing/2014/main" id="{B8C3CE72-1B46-6C40-B430-8C227D23B0EC}"/>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5490236" flipV="1">
            <a:off x="8141249" y="464447"/>
            <a:ext cx="1306216" cy="1306111"/>
          </a:xfrm>
          <a:prstGeom prst="rect">
            <a:avLst/>
          </a:prstGeom>
        </p:spPr>
      </p:pic>
      <p:sp>
        <p:nvSpPr>
          <p:cNvPr id="2" name="Oval 1">
            <a:extLst>
              <a:ext uri="{FF2B5EF4-FFF2-40B4-BE49-F238E27FC236}">
                <a16:creationId xmlns:a16="http://schemas.microsoft.com/office/drawing/2014/main" id="{509C3ABA-6D26-F8CB-1DFA-7476893F8C56}"/>
              </a:ext>
              <a:ext uri="{C183D7F6-B498-43B3-948B-1728B52AA6E4}">
                <adec:decorative xmlns:adec="http://schemas.microsoft.com/office/drawing/2017/decorative" val="1"/>
              </a:ext>
            </a:extLst>
          </p:cNvPr>
          <p:cNvSpPr/>
          <p:nvPr/>
        </p:nvSpPr>
        <p:spPr bwMode="auto">
          <a:xfrm>
            <a:off x="4335747" y="4892023"/>
            <a:ext cx="393020" cy="392400"/>
          </a:xfrm>
          <a:prstGeom prst="ellipse">
            <a:avLst/>
          </a:prstGeom>
          <a:blipFill dpi="0" rotWithShape="0">
            <a:blip r:embed="rId5"/>
            <a:srcRect/>
            <a:stretch>
              <a:fillRect/>
            </a:stretch>
          </a:blip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333333"/>
              </a:solidFill>
              <a:effectLst/>
              <a:uLnTx/>
              <a:uFillTx/>
              <a:latin typeface="Calibri"/>
              <a:ea typeface="+mn-ea"/>
              <a:cs typeface="+mn-cs"/>
            </a:endParaRPr>
          </a:p>
        </p:txBody>
      </p:sp>
      <p:pic>
        <p:nvPicPr>
          <p:cNvPr id="7" name="Picture 6">
            <a:extLst>
              <a:ext uri="{FF2B5EF4-FFF2-40B4-BE49-F238E27FC236}">
                <a16:creationId xmlns:a16="http://schemas.microsoft.com/office/drawing/2014/main" id="{68C62362-8B93-D05C-28A0-53A081D6070E}"/>
              </a:ext>
              <a:ext uri="{C183D7F6-B498-43B3-948B-1728B52AA6E4}">
                <adec:decorative xmlns:adec="http://schemas.microsoft.com/office/drawing/2017/decorative" val="1"/>
              </a:ext>
            </a:extLst>
          </p:cNvPr>
          <p:cNvPicPr>
            <a:picLocks noChangeAspect="1"/>
          </p:cNvPicPr>
          <p:nvPr/>
        </p:nvPicPr>
        <p:blipFill rotWithShape="1">
          <a:blip r:embed="rId6"/>
          <a:srcRect l="13660" t="4941" r="3975" b="3944"/>
          <a:stretch/>
        </p:blipFill>
        <p:spPr>
          <a:xfrm>
            <a:off x="8413755" y="4892022"/>
            <a:ext cx="398220" cy="392400"/>
          </a:xfrm>
          <a:prstGeom prst="flowChartConnector">
            <a:avLst/>
          </a:prstGeom>
          <a:effectLst>
            <a:outerShdw blurRad="50800" dist="38100" dir="2700000" algn="tl" rotWithShape="0">
              <a:prstClr val="black">
                <a:alpha val="40000"/>
              </a:prstClr>
            </a:outerShdw>
          </a:effectLst>
        </p:spPr>
      </p:pic>
      <p:pic>
        <p:nvPicPr>
          <p:cNvPr id="9" name="Picture 8">
            <a:extLst>
              <a:ext uri="{FF2B5EF4-FFF2-40B4-BE49-F238E27FC236}">
                <a16:creationId xmlns:a16="http://schemas.microsoft.com/office/drawing/2014/main" id="{704BD8D1-8372-EF12-B790-FC9F861742DF}"/>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372686" y="4892023"/>
            <a:ext cx="397150" cy="392400"/>
          </a:xfrm>
          <a:prstGeom prst="flowChartConnector">
            <a:avLst/>
          </a:prstGeom>
          <a:effectLst>
            <a:outerShdw blurRad="50800" dist="38100" dir="2700000" algn="tl" rotWithShape="0">
              <a:prstClr val="black">
                <a:alpha val="40000"/>
              </a:prstClr>
            </a:outerShdw>
          </a:effectLst>
        </p:spPr>
      </p:pic>
      <p:sp>
        <p:nvSpPr>
          <p:cNvPr id="10" name="Rectangle 9">
            <a:extLst>
              <a:ext uri="{FF2B5EF4-FFF2-40B4-BE49-F238E27FC236}">
                <a16:creationId xmlns:a16="http://schemas.microsoft.com/office/drawing/2014/main" id="{0D52FB37-A676-92C5-7830-018DFF7C1A1F}"/>
              </a:ext>
              <a:ext uri="{C183D7F6-B498-43B3-948B-1728B52AA6E4}">
                <adec:decorative xmlns:adec="http://schemas.microsoft.com/office/drawing/2017/decorative" val="1"/>
              </a:ext>
            </a:extLst>
          </p:cNvPr>
          <p:cNvSpPr/>
          <p:nvPr/>
        </p:nvSpPr>
        <p:spPr>
          <a:xfrm>
            <a:off x="1774848" y="4598484"/>
            <a:ext cx="8642305" cy="95047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TextBox 10">
            <a:extLst>
              <a:ext uri="{FF2B5EF4-FFF2-40B4-BE49-F238E27FC236}">
                <a16:creationId xmlns:a16="http://schemas.microsoft.com/office/drawing/2014/main" id="{05134993-7828-77E4-8907-0A680C3704DC}"/>
              </a:ext>
            </a:extLst>
          </p:cNvPr>
          <p:cNvSpPr txBox="1"/>
          <p:nvPr/>
        </p:nvSpPr>
        <p:spPr>
          <a:xfrm>
            <a:off x="3581814" y="4413818"/>
            <a:ext cx="5028372" cy="369332"/>
          </a:xfrm>
          <a:prstGeom prst="rect">
            <a:avLst/>
          </a:prstGeom>
          <a:solidFill>
            <a:schemeClr val="bg2">
              <a:lumMod val="40000"/>
              <a:lumOff val="60000"/>
            </a:schemeClr>
          </a:solidFill>
        </p:spPr>
        <p:txBody>
          <a:bodyPr wrap="square" rtlCol="0">
            <a:spAutoFit/>
          </a:bodyPr>
          <a:lstStyle/>
          <a:p>
            <a:pPr algn="ctr"/>
            <a:r>
              <a:rPr kumimoji="0" lang="en-AU" sz="1800" b="1" i="1" u="none" strike="noStrike" kern="0" cap="none" spc="0" normalizeH="0" baseline="0" noProof="0">
                <a:ln>
                  <a:noFill/>
                </a:ln>
                <a:solidFill>
                  <a:srgbClr val="333333"/>
                </a:solidFill>
                <a:effectLst/>
                <a:uLnTx/>
                <a:uFillTx/>
                <a:latin typeface="Calibri"/>
                <a:ea typeface="+mn-ea"/>
                <a:cs typeface="+mn-cs"/>
              </a:rPr>
              <a:t>Emerging </a:t>
            </a:r>
            <a:r>
              <a:rPr lang="en-AU" b="1" i="1" kern="0">
                <a:solidFill>
                  <a:srgbClr val="333333"/>
                </a:solidFill>
                <a:latin typeface="Calibri"/>
              </a:rPr>
              <a:t>risk </a:t>
            </a:r>
            <a:r>
              <a:rPr kumimoji="0" lang="en-AU" sz="1800" b="1" i="1" u="none" strike="noStrike" kern="0" cap="none" spc="0" normalizeH="0" baseline="0" noProof="0">
                <a:ln>
                  <a:noFill/>
                </a:ln>
                <a:solidFill>
                  <a:srgbClr val="333333"/>
                </a:solidFill>
                <a:effectLst/>
                <a:uLnTx/>
                <a:uFillTx/>
                <a:latin typeface="Calibri"/>
                <a:ea typeface="+mn-ea"/>
                <a:cs typeface="+mn-cs"/>
              </a:rPr>
              <a:t>only - Treatment not required</a:t>
            </a:r>
          </a:p>
        </p:txBody>
      </p:sp>
      <p:sp>
        <p:nvSpPr>
          <p:cNvPr id="13" name="Freeform 181">
            <a:extLst>
              <a:ext uri="{FF2B5EF4-FFF2-40B4-BE49-F238E27FC236}">
                <a16:creationId xmlns:a16="http://schemas.microsoft.com/office/drawing/2014/main" id="{81AFE2EC-E190-18C3-32AB-4AF4F18638C0}"/>
              </a:ext>
            </a:extLst>
          </p:cNvPr>
          <p:cNvSpPr/>
          <p:nvPr/>
        </p:nvSpPr>
        <p:spPr bwMode="auto">
          <a:xfrm>
            <a:off x="2380199" y="4905083"/>
            <a:ext cx="1494975"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United Kingdom</a:t>
            </a:r>
          </a:p>
        </p:txBody>
      </p:sp>
      <p:sp>
        <p:nvSpPr>
          <p:cNvPr id="3" name="Freeform 181">
            <a:extLst>
              <a:ext uri="{FF2B5EF4-FFF2-40B4-BE49-F238E27FC236}">
                <a16:creationId xmlns:a16="http://schemas.microsoft.com/office/drawing/2014/main" id="{723AC414-1296-6DA1-FCD2-63C4EA821E34}"/>
              </a:ext>
            </a:extLst>
          </p:cNvPr>
          <p:cNvSpPr/>
          <p:nvPr/>
        </p:nvSpPr>
        <p:spPr bwMode="auto">
          <a:xfrm>
            <a:off x="4683616" y="4908223"/>
            <a:ext cx="1228498"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Japan</a:t>
            </a:r>
          </a:p>
        </p:txBody>
      </p:sp>
      <p:sp>
        <p:nvSpPr>
          <p:cNvPr id="4" name="Freeform 181">
            <a:extLst>
              <a:ext uri="{FF2B5EF4-FFF2-40B4-BE49-F238E27FC236}">
                <a16:creationId xmlns:a16="http://schemas.microsoft.com/office/drawing/2014/main" id="{97B869BC-0730-584D-9571-67FB57C54569}"/>
              </a:ext>
            </a:extLst>
          </p:cNvPr>
          <p:cNvSpPr/>
          <p:nvPr/>
        </p:nvSpPr>
        <p:spPr bwMode="auto">
          <a:xfrm>
            <a:off x="6736402" y="4908223"/>
            <a:ext cx="1228498"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China</a:t>
            </a:r>
          </a:p>
        </p:txBody>
      </p:sp>
      <p:sp>
        <p:nvSpPr>
          <p:cNvPr id="5" name="Freeform 181">
            <a:extLst>
              <a:ext uri="{FF2B5EF4-FFF2-40B4-BE49-F238E27FC236}">
                <a16:creationId xmlns:a16="http://schemas.microsoft.com/office/drawing/2014/main" id="{B6706423-0E6D-81E7-A9FB-F39C394AA90D}"/>
              </a:ext>
            </a:extLst>
          </p:cNvPr>
          <p:cNvSpPr/>
          <p:nvPr/>
        </p:nvSpPr>
        <p:spPr bwMode="auto">
          <a:xfrm>
            <a:off x="8746627" y="4908222"/>
            <a:ext cx="1400538" cy="360000"/>
          </a:xfrm>
          <a:custGeom>
            <a:avLst/>
            <a:gdLst>
              <a:gd name="connsiteX0" fmla="*/ 0 w 1025073"/>
              <a:gd name="connsiteY0" fmla="*/ 0 h 320335"/>
              <a:gd name="connsiteX1" fmla="*/ 1025073 w 1025073"/>
              <a:gd name="connsiteY1" fmla="*/ 0 h 320335"/>
              <a:gd name="connsiteX2" fmla="*/ 1025073 w 1025073"/>
              <a:gd name="connsiteY2" fmla="*/ 320335 h 320335"/>
              <a:gd name="connsiteX3" fmla="*/ 0 w 1025073"/>
              <a:gd name="connsiteY3" fmla="*/ 320335 h 320335"/>
              <a:gd name="connsiteX4" fmla="*/ 0 w 1025073"/>
              <a:gd name="connsiteY4" fmla="*/ 0 h 3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073" h="320335">
                <a:moveTo>
                  <a:pt x="0" y="0"/>
                </a:moveTo>
                <a:lnTo>
                  <a:pt x="1025073" y="0"/>
                </a:lnTo>
                <a:lnTo>
                  <a:pt x="1025073" y="320335"/>
                </a:lnTo>
                <a:lnTo>
                  <a:pt x="0" y="320335"/>
                </a:lnTo>
                <a:lnTo>
                  <a:pt x="0" y="0"/>
                </a:lnTo>
                <a:close/>
              </a:path>
            </a:pathLst>
          </a:custGeom>
          <a:noFill/>
          <a:ln w="9525" cap="flat" cmpd="sng" algn="ctr">
            <a:noFill/>
            <a:prstDash val="solid"/>
          </a:ln>
          <a:effectLst/>
        </p:spPr>
        <p:txBody>
          <a:bodyPr lIns="216974" tIns="38100" rIns="38100" bIns="38100" spcCol="1270" anchor="ctr"/>
          <a:lstStyle/>
          <a:p>
            <a:pPr marL="0" marR="0" lvl="0" indent="0" defTabSz="444500" eaLnBrk="0" fontAlgn="base" latinLnBrk="0" hangingPunct="0">
              <a:lnSpc>
                <a:spcPct val="90000"/>
              </a:lnSpc>
              <a:spcBef>
                <a:spcPct val="0"/>
              </a:spcBef>
              <a:spcAft>
                <a:spcPct val="35000"/>
              </a:spcAft>
              <a:buClrTx/>
              <a:buSzTx/>
              <a:buFontTx/>
              <a:buNone/>
              <a:tabLst/>
              <a:defRPr/>
            </a:pPr>
            <a:r>
              <a:rPr kumimoji="0" lang="en-AU" sz="1200" b="0" i="0" u="none" strike="noStrike" kern="0" cap="none" spc="0" normalizeH="0" baseline="0" noProof="0">
                <a:ln>
                  <a:noFill/>
                </a:ln>
                <a:solidFill>
                  <a:srgbClr val="333333"/>
                </a:solidFill>
                <a:effectLst/>
                <a:uLnTx/>
                <a:uFillTx/>
                <a:latin typeface="Calibri"/>
                <a:ea typeface="+mn-ea"/>
                <a:cs typeface="+mn-cs"/>
              </a:rPr>
              <a:t>Republic of Korea</a:t>
            </a:r>
          </a:p>
        </p:txBody>
      </p:sp>
      <p:pic>
        <p:nvPicPr>
          <p:cNvPr id="21" name="Picture 2">
            <a:extLst>
              <a:ext uri="{FF2B5EF4-FFF2-40B4-BE49-F238E27FC236}">
                <a16:creationId xmlns:a16="http://schemas.microsoft.com/office/drawing/2014/main" id="{CC5F194D-3047-FA2A-9E92-90EF56CFA994}"/>
              </a:ext>
              <a:ext uri="{C183D7F6-B498-43B3-948B-1728B52AA6E4}">
                <adec:decorative xmlns:adec="http://schemas.microsoft.com/office/drawing/2017/decorative" val="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25042" y="4883354"/>
            <a:ext cx="400310" cy="400310"/>
          </a:xfrm>
          <a:prstGeom prst="ellipse">
            <a:avLst/>
          </a:prstGeom>
          <a:noFill/>
          <a:effectLst>
            <a:outerShdw blurRad="40005" dist="22860" dir="5400000" algn="ctr" rotWithShape="0">
              <a:srgbClr val="000000">
                <a:alpha val="3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76258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541CD-1DD6-30AF-4837-F31874E70DC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AD53599-FB8F-6D98-60EC-818250345F67}"/>
              </a:ext>
              <a:ext uri="{C183D7F6-B498-43B3-948B-1728B52AA6E4}">
                <adec:decorative xmlns:adec="http://schemas.microsoft.com/office/drawing/2017/decorative" val="1"/>
              </a:ext>
            </a:extLst>
          </p:cNvPr>
          <p:cNvPicPr>
            <a:picLocks noChangeAspect="1"/>
          </p:cNvPicPr>
          <p:nvPr/>
        </p:nvPicPr>
        <p:blipFill rotWithShape="1">
          <a:blip r:embed="rId3">
            <a:alphaModFix/>
            <a:extLst>
              <a:ext uri="{28A0092B-C50C-407E-A947-70E740481C1C}">
                <a14:useLocalDpi xmlns:a14="http://schemas.microsoft.com/office/drawing/2010/main" val="0"/>
              </a:ext>
            </a:extLst>
          </a:blip>
          <a:srcRect l="-181" t="-1274" r="24419" b="24642"/>
          <a:stretch/>
        </p:blipFill>
        <p:spPr>
          <a:xfrm>
            <a:off x="8659904" y="3291681"/>
            <a:ext cx="3532096" cy="3566319"/>
          </a:xfrm>
          <a:prstGeom prst="rect">
            <a:avLst/>
          </a:prstGeom>
        </p:spPr>
      </p:pic>
      <p:sp>
        <p:nvSpPr>
          <p:cNvPr id="2" name="Text Placeholder 4">
            <a:extLst>
              <a:ext uri="{FF2B5EF4-FFF2-40B4-BE49-F238E27FC236}">
                <a16:creationId xmlns:a16="http://schemas.microsoft.com/office/drawing/2014/main" id="{5ACDE737-448D-6C9E-CEA4-DB350B71E4EA}"/>
              </a:ext>
            </a:extLst>
          </p:cNvPr>
          <p:cNvSpPr txBox="1">
            <a:spLocks noGrp="1"/>
          </p:cNvSpPr>
          <p:nvPr>
            <p:ph type="title" idx="4294967295"/>
          </p:nvPr>
        </p:nvSpPr>
        <p:spPr>
          <a:xfrm>
            <a:off x="689679" y="821327"/>
            <a:ext cx="9208465" cy="58694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4000" b="1" i="0" u="none" strike="noStrike" kern="1200" cap="none" spc="0" normalizeH="0" baseline="0" noProof="0">
                <a:ln>
                  <a:noFill/>
                </a:ln>
                <a:solidFill>
                  <a:schemeClr val="tx1"/>
                </a:solidFill>
                <a:effectLst/>
                <a:uLnTx/>
                <a:uFillTx/>
                <a:latin typeface="+mn-lt"/>
                <a:ea typeface="+mn-ea"/>
                <a:cs typeface="+mn-cs"/>
              </a:rPr>
              <a:t>UPEs and Concessional Tariff 99</a:t>
            </a:r>
          </a:p>
        </p:txBody>
      </p:sp>
      <p:sp>
        <p:nvSpPr>
          <p:cNvPr id="7" name="TextBox 6">
            <a:extLst>
              <a:ext uri="{FF2B5EF4-FFF2-40B4-BE49-F238E27FC236}">
                <a16:creationId xmlns:a16="http://schemas.microsoft.com/office/drawing/2014/main" id="{68E12950-7AC6-1EB2-2651-E2483A46139D}"/>
              </a:ext>
            </a:extLst>
          </p:cNvPr>
          <p:cNvSpPr txBox="1"/>
          <p:nvPr/>
        </p:nvSpPr>
        <p:spPr>
          <a:xfrm>
            <a:off x="689680" y="1634706"/>
            <a:ext cx="10811021" cy="4760278"/>
          </a:xfrm>
          <a:prstGeom prst="rect">
            <a:avLst/>
          </a:prstGeom>
          <a:solidFill>
            <a:schemeClr val="bg2">
              <a:lumMod val="40000"/>
              <a:lumOff val="60000"/>
              <a:alpha val="66000"/>
            </a:schemeClr>
          </a:solidFill>
          <a:effectLst>
            <a:softEdge rad="50800"/>
          </a:effectLst>
        </p:spPr>
        <p:txBody>
          <a:bodyPr wrap="square">
            <a:spAutoFit/>
          </a:bodyPr>
          <a:lstStyle/>
          <a:p>
            <a:pPr marL="0" indent="0">
              <a:lnSpc>
                <a:spcPct val="100000"/>
              </a:lnSpc>
              <a:spcAft>
                <a:spcPts val="1000"/>
              </a:spcAft>
              <a:buNone/>
            </a:pPr>
            <a:r>
              <a:rPr lang="en-AU" altLang="en-US" sz="1800" b="1">
                <a:cs typeface="Calibri" panose="020F0502020204030204" pitchFamily="34" charset="0"/>
              </a:rPr>
              <a:t>Unaccompanied Personal Effects (UPEs)</a:t>
            </a:r>
          </a:p>
          <a:p>
            <a:pPr marL="0" indent="0">
              <a:lnSpc>
                <a:spcPct val="100000"/>
              </a:lnSpc>
              <a:spcAft>
                <a:spcPts val="1000"/>
              </a:spcAft>
              <a:buNone/>
            </a:pPr>
            <a:r>
              <a:rPr lang="en-AU" sz="1800" b="0" i="0">
                <a:effectLst/>
              </a:rPr>
              <a:t>Household goods and personal effects imported as unaccompanied personal effects (UPEs), and that are categorised as target high risk goods will not be subject to mandatory treatment requirements if they are imported as UPEs under the B534 form. However, goods that are required to be reported under a Full Import Declaration (FID), for example motor vehicles and motorbikes or goods not meeting UPE clearance requirements, will require mandatory BMSB treatment either offshore or onshore (if permitted). </a:t>
            </a:r>
          </a:p>
          <a:p>
            <a:pPr marL="0" indent="0">
              <a:lnSpc>
                <a:spcPct val="100000"/>
              </a:lnSpc>
              <a:spcAft>
                <a:spcPts val="1000"/>
              </a:spcAft>
              <a:buNone/>
            </a:pPr>
            <a:r>
              <a:rPr lang="en-AU" sz="1800" b="0" i="0">
                <a:solidFill>
                  <a:srgbClr val="000000"/>
                </a:solidFill>
                <a:effectLst/>
                <a:latin typeface="Calibri" panose="020F0502020204030204" pitchFamily="34" charset="0"/>
              </a:rPr>
              <a:t>Describing the goods as UPEs in the description is not enough to deem these goods out of scope for BMSB, neither is providing the B534 that was lodged for the goods; they </a:t>
            </a:r>
            <a:r>
              <a:rPr lang="en-AU" sz="1800" b="1" i="1">
                <a:solidFill>
                  <a:srgbClr val="000000"/>
                </a:solidFill>
                <a:effectLst/>
                <a:latin typeface="Calibri" panose="020F0502020204030204" pitchFamily="34" charset="0"/>
              </a:rPr>
              <a:t>must</a:t>
            </a:r>
            <a:r>
              <a:rPr lang="en-AU" sz="1800" b="0" i="0">
                <a:solidFill>
                  <a:srgbClr val="000000"/>
                </a:solidFill>
                <a:effectLst/>
                <a:latin typeface="Calibri" panose="020F0502020204030204" pitchFamily="34" charset="0"/>
              </a:rPr>
              <a:t> be approved by ABF to be reported under the concessional tariff chapter 99. If ABF have not approved chapter 99 to be utilised for the whole consignment on a B534 form and the goods are reported individually on a FID, then for the purposes of BMSB they are </a:t>
            </a:r>
            <a:r>
              <a:rPr lang="en-AU" sz="1800" b="1" i="1">
                <a:solidFill>
                  <a:srgbClr val="000000"/>
                </a:solidFill>
                <a:effectLst/>
                <a:latin typeface="Calibri" panose="020F0502020204030204" pitchFamily="34" charset="0"/>
              </a:rPr>
              <a:t>not</a:t>
            </a:r>
            <a:r>
              <a:rPr lang="en-AU" sz="1800" b="0" i="0">
                <a:solidFill>
                  <a:srgbClr val="000000"/>
                </a:solidFill>
                <a:effectLst/>
                <a:latin typeface="Calibri" panose="020F0502020204030204" pitchFamily="34" charset="0"/>
              </a:rPr>
              <a:t> considered UPEs and </a:t>
            </a:r>
            <a:r>
              <a:rPr lang="en-AU" sz="1800" b="1" i="1">
                <a:solidFill>
                  <a:srgbClr val="000000"/>
                </a:solidFill>
                <a:effectLst/>
                <a:latin typeface="Calibri" panose="020F0502020204030204" pitchFamily="34" charset="0"/>
              </a:rPr>
              <a:t>are</a:t>
            </a:r>
            <a:r>
              <a:rPr lang="en-AU" sz="1800" b="0" i="0">
                <a:solidFill>
                  <a:srgbClr val="000000"/>
                </a:solidFill>
                <a:effectLst/>
                <a:latin typeface="Calibri" panose="020F0502020204030204" pitchFamily="34" charset="0"/>
              </a:rPr>
              <a:t> subject to the same BMSB seasonal measures including mandatory treatment as all other imports. </a:t>
            </a:r>
            <a:endParaRPr lang="en-AU" sz="1800" b="0" i="0">
              <a:effectLst/>
            </a:endParaRPr>
          </a:p>
          <a:p>
            <a:pPr marL="0" indent="0">
              <a:lnSpc>
                <a:spcPct val="100000"/>
              </a:lnSpc>
              <a:spcAft>
                <a:spcPts val="1000"/>
              </a:spcAft>
              <a:buNone/>
            </a:pPr>
            <a:r>
              <a:rPr lang="en-AU" b="1"/>
              <a:t>Note</a:t>
            </a:r>
            <a:r>
              <a:rPr lang="en-AU"/>
              <a:t>: This exemption is </a:t>
            </a:r>
            <a:r>
              <a:rPr lang="en-AU" b="1" i="1"/>
              <a:t>only</a:t>
            </a:r>
            <a:r>
              <a:rPr lang="en-AU"/>
              <a:t> for UPEs that meet the above criteria and is </a:t>
            </a:r>
            <a:r>
              <a:rPr lang="en-AU" b="1" i="1"/>
              <a:t>not</a:t>
            </a:r>
            <a:r>
              <a:rPr lang="en-AU"/>
              <a:t> applicable to any other goods reported under concessional tariff 99 (e.g., goods for diplomatic / government / military use etc). </a:t>
            </a:r>
          </a:p>
          <a:p>
            <a:pPr>
              <a:spcAft>
                <a:spcPts val="1000"/>
              </a:spcAft>
            </a:pPr>
            <a:r>
              <a:rPr lang="en-AU" sz="1800" b="1" i="1">
                <a:effectLst/>
              </a:rPr>
              <a:t>Carnets and diplomatic goods are not exempt from BMSB seasonal measures.</a:t>
            </a:r>
            <a:endParaRPr lang="en-AU" sz="1800" b="0" i="1">
              <a:effectLst/>
            </a:endParaRPr>
          </a:p>
        </p:txBody>
      </p:sp>
      <p:pic>
        <p:nvPicPr>
          <p:cNvPr id="6" name="Picture 5">
            <a:extLst>
              <a:ext uri="{FF2B5EF4-FFF2-40B4-BE49-F238E27FC236}">
                <a16:creationId xmlns:a16="http://schemas.microsoft.com/office/drawing/2014/main" id="{561390BB-89B5-2BFA-F3DA-DB5BFD773B7D}"/>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4236477">
            <a:off x="7586775" y="389564"/>
            <a:ext cx="1627663" cy="1627532"/>
          </a:xfrm>
          <a:prstGeom prst="rect">
            <a:avLst/>
          </a:prstGeom>
        </p:spPr>
      </p:pic>
      <p:pic>
        <p:nvPicPr>
          <p:cNvPr id="9" name="Picture 8">
            <a:extLst>
              <a:ext uri="{FF2B5EF4-FFF2-40B4-BE49-F238E27FC236}">
                <a16:creationId xmlns:a16="http://schemas.microsoft.com/office/drawing/2014/main" id="{CA040147-F222-3180-9087-DFDECDA4B8DC}"/>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7200000">
            <a:off x="9950768" y="141842"/>
            <a:ext cx="1144087" cy="1143995"/>
          </a:xfrm>
          <a:prstGeom prst="rect">
            <a:avLst/>
          </a:prstGeom>
        </p:spPr>
      </p:pic>
      <p:pic>
        <p:nvPicPr>
          <p:cNvPr id="10" name="Picture 9">
            <a:extLst>
              <a:ext uri="{FF2B5EF4-FFF2-40B4-BE49-F238E27FC236}">
                <a16:creationId xmlns:a16="http://schemas.microsoft.com/office/drawing/2014/main" id="{1F5F36E6-C5DE-E9A7-9C1F-584504215406}"/>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8100000">
            <a:off x="11470697" y="1708261"/>
            <a:ext cx="804036" cy="803971"/>
          </a:xfrm>
          <a:prstGeom prst="rect">
            <a:avLst/>
          </a:prstGeom>
        </p:spPr>
      </p:pic>
    </p:spTree>
    <p:extLst>
      <p:ext uri="{BB962C8B-B14F-4D97-AF65-F5344CB8AC3E}">
        <p14:creationId xmlns:p14="http://schemas.microsoft.com/office/powerpoint/2010/main" val="21858523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2D74C-743C-DEFA-61E7-E2806B8D7C03}"/>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1EFD5FB4-F92F-C162-B53D-4C5452564152}"/>
              </a:ext>
              <a:ext uri="{C183D7F6-B498-43B3-948B-1728B52AA6E4}">
                <adec:decorative xmlns:adec="http://schemas.microsoft.com/office/drawing/2017/decorative" val="1"/>
              </a:ext>
            </a:extLst>
          </p:cNvPr>
          <p:cNvPicPr>
            <a:picLocks noChangeAspect="1"/>
          </p:cNvPicPr>
          <p:nvPr/>
        </p:nvPicPr>
        <p:blipFill rotWithShape="1">
          <a:blip r:embed="rId3">
            <a:alphaModFix/>
            <a:extLst>
              <a:ext uri="{28A0092B-C50C-407E-A947-70E740481C1C}">
                <a14:useLocalDpi xmlns:a14="http://schemas.microsoft.com/office/drawing/2010/main" val="0"/>
              </a:ext>
            </a:extLst>
          </a:blip>
          <a:srcRect l="-181" t="-1274" r="24419" b="24642"/>
          <a:stretch/>
        </p:blipFill>
        <p:spPr>
          <a:xfrm rot="16200000">
            <a:off x="8659905" y="-17111"/>
            <a:ext cx="3532096" cy="3566319"/>
          </a:xfrm>
          <a:prstGeom prst="rect">
            <a:avLst/>
          </a:prstGeom>
        </p:spPr>
      </p:pic>
      <p:sp>
        <p:nvSpPr>
          <p:cNvPr id="6" name="Text Placeholder 4">
            <a:extLst>
              <a:ext uri="{FF2B5EF4-FFF2-40B4-BE49-F238E27FC236}">
                <a16:creationId xmlns:a16="http://schemas.microsoft.com/office/drawing/2014/main" id="{7A3CE4F7-ECCA-8688-5409-CB606FFA19F0}"/>
              </a:ext>
            </a:extLst>
          </p:cNvPr>
          <p:cNvSpPr txBox="1">
            <a:spLocks noGrp="1"/>
          </p:cNvSpPr>
          <p:nvPr>
            <p:ph type="title" idx="4294967295"/>
          </p:nvPr>
        </p:nvSpPr>
        <p:spPr>
          <a:xfrm>
            <a:off x="689679" y="821327"/>
            <a:ext cx="9208465" cy="58694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4000" b="1" i="0" u="none" strike="noStrike" kern="1200" cap="none" spc="0" normalizeH="0" baseline="0" noProof="0">
                <a:ln>
                  <a:noFill/>
                </a:ln>
                <a:solidFill>
                  <a:schemeClr val="tx1"/>
                </a:solidFill>
                <a:effectLst/>
                <a:uLnTx/>
                <a:uFillTx/>
                <a:latin typeface="+mn-lt"/>
                <a:ea typeface="+mn-ea"/>
                <a:cs typeface="+mn-cs"/>
              </a:rPr>
              <a:t>Management of LCL/FAK Containers</a:t>
            </a:r>
          </a:p>
        </p:txBody>
      </p:sp>
      <p:sp>
        <p:nvSpPr>
          <p:cNvPr id="8" name="TextBox 7">
            <a:extLst>
              <a:ext uri="{FF2B5EF4-FFF2-40B4-BE49-F238E27FC236}">
                <a16:creationId xmlns:a16="http://schemas.microsoft.com/office/drawing/2014/main" id="{1A78FF6A-9F7B-FC43-C0ED-590F6540281A}"/>
              </a:ext>
            </a:extLst>
          </p:cNvPr>
          <p:cNvSpPr txBox="1"/>
          <p:nvPr/>
        </p:nvSpPr>
        <p:spPr>
          <a:xfrm>
            <a:off x="689680" y="1634706"/>
            <a:ext cx="10648909" cy="4888518"/>
          </a:xfrm>
          <a:prstGeom prst="rect">
            <a:avLst/>
          </a:prstGeom>
          <a:solidFill>
            <a:schemeClr val="bg2">
              <a:lumMod val="40000"/>
              <a:lumOff val="60000"/>
              <a:alpha val="66000"/>
            </a:schemeClr>
          </a:solidFill>
          <a:effectLst>
            <a:softEdge rad="50800"/>
          </a:effectLst>
        </p:spPr>
        <p:txBody>
          <a:bodyPr wrap="square">
            <a:spAutoFit/>
          </a:bodyPr>
          <a:lstStyle/>
          <a:p>
            <a:pPr marL="0" indent="0">
              <a:lnSpc>
                <a:spcPct val="100000"/>
              </a:lnSpc>
              <a:spcAft>
                <a:spcPts val="1000"/>
              </a:spcAft>
              <a:buNone/>
            </a:pPr>
            <a:r>
              <a:rPr lang="en-AU" sz="1800" b="0" i="0">
                <a:effectLst/>
              </a:rPr>
              <a:t>Less than Container Load (LCL) and Freight All Kinds (FAK) containers with target high risk goods that are shipped from target risk countries between 1 September and 30 April (inclusive) are managed at the container level for BMSB risk prior to deconsolidation.</a:t>
            </a:r>
          </a:p>
          <a:p>
            <a:pPr marL="0" indent="0">
              <a:lnSpc>
                <a:spcPct val="100000"/>
              </a:lnSpc>
              <a:spcAft>
                <a:spcPts val="1000"/>
              </a:spcAft>
              <a:buNone/>
            </a:pPr>
            <a:r>
              <a:rPr lang="en-AU" altLang="en-US">
                <a:cs typeface="Calibri" panose="020F0502020204030204" pitchFamily="34" charset="0"/>
              </a:rPr>
              <a:t>All LCL/FAK containers with a Seasonal Pest hold (SP HOLD) in ICS are required to have a Master Consolidator (MC) declaration submitted declaring the BMSB risk status of the container via the </a:t>
            </a:r>
            <a:r>
              <a:rPr lang="en-AU" b="0" i="0" u="none" strike="noStrike">
                <a:solidFill>
                  <a:srgbClr val="006A94"/>
                </a:solidFill>
                <a:effectLst/>
                <a:hlinkClick r:id="rId4"/>
              </a:rPr>
              <a:t>MC online portal</a:t>
            </a:r>
            <a:r>
              <a:rPr lang="en-AU" altLang="en-US">
                <a:cs typeface="Calibri" panose="020F0502020204030204" pitchFamily="34" charset="0"/>
              </a:rPr>
              <a:t>.</a:t>
            </a:r>
          </a:p>
          <a:p>
            <a:pPr marL="0" indent="0">
              <a:lnSpc>
                <a:spcPct val="100000"/>
              </a:lnSpc>
              <a:spcAft>
                <a:spcPts val="1000"/>
              </a:spcAft>
              <a:buNone/>
            </a:pPr>
            <a:r>
              <a:rPr lang="en-AU" altLang="en-US">
                <a:cs typeface="Calibri" panose="020F0502020204030204" pitchFamily="34" charset="0"/>
              </a:rPr>
              <a:t>All MCs must register their company as a MC and identify individual users via a unique email address on the </a:t>
            </a:r>
            <a:r>
              <a:rPr lang="en-AU" altLang="en-US">
                <a:cs typeface="Calibri" panose="020F0502020204030204" pitchFamily="34" charset="0"/>
                <a:hlinkClick r:id="rId5"/>
              </a:rPr>
              <a:t>MC registration form</a:t>
            </a:r>
            <a:r>
              <a:rPr lang="en-AU" altLang="en-US">
                <a:cs typeface="Calibri" panose="020F0502020204030204" pitchFamily="34" charset="0"/>
              </a:rPr>
              <a:t>. Each individual submitting declarations is required to have their own User ID and login. </a:t>
            </a:r>
          </a:p>
          <a:p>
            <a:pPr marL="0" indent="0">
              <a:lnSpc>
                <a:spcPct val="100000"/>
              </a:lnSpc>
              <a:spcAft>
                <a:spcPts val="1000"/>
              </a:spcAft>
              <a:buNone/>
            </a:pPr>
            <a:r>
              <a:rPr lang="en-AU" altLang="en-US">
                <a:cs typeface="Calibri" panose="020F0502020204030204" pitchFamily="34" charset="0"/>
              </a:rPr>
              <a:t>For all questions and information related directly to BMSB LCL / FAK declarations, assessments, directions and / or MC declaration lodgements, email BMSB Processing Team on </a:t>
            </a:r>
            <a:r>
              <a:rPr lang="en-AU" altLang="en-US">
                <a:cs typeface="Calibri" panose="020F0502020204030204" pitchFamily="34" charset="0"/>
                <a:hlinkClick r:id="rId6"/>
              </a:rPr>
              <a:t>BMSBprocessing@aff.gov.au</a:t>
            </a:r>
            <a:r>
              <a:rPr lang="en-AU" altLang="en-US">
                <a:cs typeface="Calibri" panose="020F0502020204030204" pitchFamily="34" charset="0"/>
              </a:rPr>
              <a:t>. Hitchhiker Pests Policy will </a:t>
            </a:r>
            <a:r>
              <a:rPr lang="en-AU" altLang="en-US" b="1" i="1">
                <a:cs typeface="Calibri" panose="020F0502020204030204" pitchFamily="34" charset="0"/>
              </a:rPr>
              <a:t>not</a:t>
            </a:r>
            <a:r>
              <a:rPr lang="en-AU" altLang="en-US">
                <a:cs typeface="Calibri" panose="020F0502020204030204" pitchFamily="34" charset="0"/>
              </a:rPr>
              <a:t> action any emails relating to MC declaration submissions or the assessment/release of associated containers and/or AIMs entries.</a:t>
            </a:r>
          </a:p>
          <a:p>
            <a:pPr marL="0" indent="0">
              <a:lnSpc>
                <a:spcPct val="100000"/>
              </a:lnSpc>
              <a:spcAft>
                <a:spcPts val="1000"/>
              </a:spcAft>
              <a:buNone/>
            </a:pPr>
            <a:r>
              <a:rPr lang="en-AU" altLang="en-US" sz="1800" b="1">
                <a:cs typeface="Calibri" panose="020F0502020204030204" pitchFamily="34" charset="0"/>
              </a:rPr>
              <a:t>Authenticator Issues</a:t>
            </a:r>
          </a:p>
          <a:p>
            <a:pPr marL="0" indent="0">
              <a:lnSpc>
                <a:spcPct val="100000"/>
              </a:lnSpc>
              <a:spcAft>
                <a:spcPts val="1000"/>
              </a:spcAft>
              <a:buNone/>
            </a:pPr>
            <a:r>
              <a:rPr lang="en-AU" altLang="en-US">
                <a:cs typeface="Calibri" panose="020F0502020204030204" pitchFamily="34" charset="0"/>
              </a:rPr>
              <a:t>Users that have previously registered, however, have changed phones or phone numbers, may have difficulties logging into the portal with their authenticator code. In these instances, please email HPP@aff.gov.au to get a reset of your login.</a:t>
            </a:r>
          </a:p>
        </p:txBody>
      </p:sp>
      <p:pic>
        <p:nvPicPr>
          <p:cNvPr id="18" name="Picture 17">
            <a:extLst>
              <a:ext uri="{FF2B5EF4-FFF2-40B4-BE49-F238E27FC236}">
                <a16:creationId xmlns:a16="http://schemas.microsoft.com/office/drawing/2014/main" id="{D35DF5F1-2353-F1FB-A2A1-55CA2E90AF89}"/>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8051478" flipV="1">
            <a:off x="6552287" y="-469378"/>
            <a:ext cx="1627663" cy="1627532"/>
          </a:xfrm>
          <a:prstGeom prst="rect">
            <a:avLst/>
          </a:prstGeom>
        </p:spPr>
      </p:pic>
      <p:pic>
        <p:nvPicPr>
          <p:cNvPr id="19" name="Picture 18">
            <a:extLst>
              <a:ext uri="{FF2B5EF4-FFF2-40B4-BE49-F238E27FC236}">
                <a16:creationId xmlns:a16="http://schemas.microsoft.com/office/drawing/2014/main" id="{70EE1B16-5BB1-E694-D935-E30D8FF830DB}"/>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5490236" flipV="1">
            <a:off x="8264268" y="339880"/>
            <a:ext cx="1306216" cy="1306111"/>
          </a:xfrm>
          <a:prstGeom prst="rect">
            <a:avLst/>
          </a:prstGeom>
        </p:spPr>
      </p:pic>
      <p:pic>
        <p:nvPicPr>
          <p:cNvPr id="20" name="Picture 19">
            <a:extLst>
              <a:ext uri="{FF2B5EF4-FFF2-40B4-BE49-F238E27FC236}">
                <a16:creationId xmlns:a16="http://schemas.microsoft.com/office/drawing/2014/main" id="{B5F92F6A-4394-C2C0-C8DF-F7A68F1CA8BC}"/>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7850724" flipH="1" flipV="1">
            <a:off x="5013979" y="4796434"/>
            <a:ext cx="989989" cy="989910"/>
          </a:xfrm>
          <a:prstGeom prst="rect">
            <a:avLst/>
          </a:prstGeom>
        </p:spPr>
      </p:pic>
    </p:spTree>
    <p:extLst>
      <p:ext uri="{BB962C8B-B14F-4D97-AF65-F5344CB8AC3E}">
        <p14:creationId xmlns:p14="http://schemas.microsoft.com/office/powerpoint/2010/main" val="8576339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39450-8CB0-35C1-E8FE-6FF758D5CDA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0479DF6-B91E-6AF1-2061-198E17EF1391}"/>
              </a:ext>
              <a:ext uri="{C183D7F6-B498-43B3-948B-1728B52AA6E4}">
                <adec:decorative xmlns:adec="http://schemas.microsoft.com/office/drawing/2017/decorative" val="1"/>
              </a:ext>
            </a:extLst>
          </p:cNvPr>
          <p:cNvPicPr>
            <a:picLocks noChangeAspect="1"/>
          </p:cNvPicPr>
          <p:nvPr/>
        </p:nvPicPr>
        <p:blipFill rotWithShape="1">
          <a:blip r:embed="rId3">
            <a:alphaModFix/>
            <a:extLst>
              <a:ext uri="{28A0092B-C50C-407E-A947-70E740481C1C}">
                <a14:useLocalDpi xmlns:a14="http://schemas.microsoft.com/office/drawing/2010/main" val="0"/>
              </a:ext>
            </a:extLst>
          </a:blip>
          <a:srcRect l="-181" t="-1274" r="24419" b="24642"/>
          <a:stretch/>
        </p:blipFill>
        <p:spPr>
          <a:xfrm>
            <a:off x="8659904" y="3291681"/>
            <a:ext cx="3532096" cy="3566319"/>
          </a:xfrm>
          <a:prstGeom prst="rect">
            <a:avLst/>
          </a:prstGeom>
        </p:spPr>
      </p:pic>
      <p:sp>
        <p:nvSpPr>
          <p:cNvPr id="2" name="Text Placeholder 4">
            <a:extLst>
              <a:ext uri="{FF2B5EF4-FFF2-40B4-BE49-F238E27FC236}">
                <a16:creationId xmlns:a16="http://schemas.microsoft.com/office/drawing/2014/main" id="{998B9ACA-207C-5261-C098-875C20871089}"/>
              </a:ext>
            </a:extLst>
          </p:cNvPr>
          <p:cNvSpPr txBox="1">
            <a:spLocks noGrp="1"/>
          </p:cNvSpPr>
          <p:nvPr>
            <p:ph type="title" idx="4294967295"/>
          </p:nvPr>
        </p:nvSpPr>
        <p:spPr>
          <a:xfrm>
            <a:off x="689679" y="821327"/>
            <a:ext cx="9208465" cy="58694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4000" b="1" i="0" u="none" strike="noStrike" kern="1200" cap="none" spc="0" normalizeH="0" baseline="0" noProof="0">
                <a:ln>
                  <a:noFill/>
                </a:ln>
                <a:solidFill>
                  <a:schemeClr val="tx1"/>
                </a:solidFill>
                <a:effectLst/>
                <a:uLnTx/>
                <a:uFillTx/>
                <a:latin typeface="+mn-lt"/>
                <a:ea typeface="+mn-ea"/>
                <a:cs typeface="+mn-cs"/>
              </a:rPr>
              <a:t>ICS Reporting</a:t>
            </a:r>
          </a:p>
        </p:txBody>
      </p:sp>
      <p:sp>
        <p:nvSpPr>
          <p:cNvPr id="7" name="TextBox 6">
            <a:extLst>
              <a:ext uri="{FF2B5EF4-FFF2-40B4-BE49-F238E27FC236}">
                <a16:creationId xmlns:a16="http://schemas.microsoft.com/office/drawing/2014/main" id="{EC2601AE-F7C0-80AF-8B9A-A81E50F63970}"/>
              </a:ext>
            </a:extLst>
          </p:cNvPr>
          <p:cNvSpPr txBox="1"/>
          <p:nvPr/>
        </p:nvSpPr>
        <p:spPr>
          <a:xfrm>
            <a:off x="689680" y="1634706"/>
            <a:ext cx="10811021" cy="4006225"/>
          </a:xfrm>
          <a:prstGeom prst="rect">
            <a:avLst/>
          </a:prstGeom>
          <a:solidFill>
            <a:schemeClr val="bg2">
              <a:lumMod val="40000"/>
              <a:lumOff val="60000"/>
              <a:alpha val="66000"/>
            </a:schemeClr>
          </a:solidFill>
          <a:effectLst>
            <a:softEdge rad="50800"/>
          </a:effectLst>
        </p:spPr>
        <p:txBody>
          <a:bodyPr wrap="square">
            <a:spAutoFit/>
          </a:bodyPr>
          <a:lstStyle/>
          <a:p>
            <a:pPr marL="0" indent="0">
              <a:lnSpc>
                <a:spcPct val="100000"/>
              </a:lnSpc>
              <a:spcAft>
                <a:spcPts val="1000"/>
              </a:spcAft>
              <a:buNone/>
            </a:pPr>
            <a:r>
              <a:rPr lang="en-AU" altLang="en-US" sz="1800" b="1">
                <a:cs typeface="Calibri" panose="020F0502020204030204" pitchFamily="34" charset="0"/>
              </a:rPr>
              <a:t>Amending the cargo type from LCL to FCL</a:t>
            </a:r>
          </a:p>
          <a:p>
            <a:pPr marL="0" indent="0">
              <a:lnSpc>
                <a:spcPct val="100000"/>
              </a:lnSpc>
              <a:spcAft>
                <a:spcPts val="1000"/>
              </a:spcAft>
              <a:buNone/>
            </a:pPr>
            <a:r>
              <a:rPr lang="en-AU" sz="1800" b="0" i="0">
                <a:effectLst/>
              </a:rPr>
              <a:t>Once a cargo type is declared as an LCL in the Integrated Cargo System (ICS), a Seasonal Pest Hold (SPHOLD) will be systematically applied. This hold will remain on the container even after an amendment has been made to the cargo type. If you originally declared your container as an LCL and then amend the cargo type to a FCL / FCX, please contact </a:t>
            </a:r>
            <a:r>
              <a:rPr lang="en-AU" sz="1800" b="0" i="0">
                <a:effectLst/>
                <a:hlinkClick r:id="rId4"/>
              </a:rPr>
              <a:t>BMSBprocessing@aff.gov.au</a:t>
            </a:r>
            <a:r>
              <a:rPr lang="en-AU" sz="1800" b="0" i="0">
                <a:effectLst/>
              </a:rPr>
              <a:t> with evidence of the correct container type (i.e., BOL), to have the SPHOLD lifted.</a:t>
            </a:r>
            <a:r>
              <a:rPr lang="en-AU" sz="1800" b="0" i="0">
                <a:solidFill>
                  <a:srgbClr val="000000"/>
                </a:solidFill>
                <a:effectLst/>
                <a:latin typeface="Calibri" panose="020F0502020204030204" pitchFamily="34" charset="0"/>
              </a:rPr>
              <a:t> </a:t>
            </a:r>
          </a:p>
          <a:p>
            <a:pPr marL="0" indent="0">
              <a:lnSpc>
                <a:spcPct val="100000"/>
              </a:lnSpc>
              <a:spcBef>
                <a:spcPts val="600"/>
              </a:spcBef>
              <a:spcAft>
                <a:spcPts val="1000"/>
              </a:spcAft>
              <a:buNone/>
            </a:pPr>
            <a:r>
              <a:rPr lang="en-AU" altLang="en-US" sz="1800" b="1">
                <a:cs typeface="Calibri" panose="020F0502020204030204" pitchFamily="34" charset="0"/>
              </a:rPr>
              <a:t>ICS amendments &amp; late reporting</a:t>
            </a:r>
            <a:endParaRPr lang="en-AU"/>
          </a:p>
          <a:p>
            <a:pPr marL="0" indent="0">
              <a:lnSpc>
                <a:spcPct val="100000"/>
              </a:lnSpc>
              <a:spcAft>
                <a:spcPts val="1000"/>
              </a:spcAft>
              <a:buNone/>
            </a:pPr>
            <a:r>
              <a:rPr lang="en-AU"/>
              <a:t>It is important to ensure all reporting has been done prior to unpack, as all goods will be profiled as they are reported and an SPHOLD can be triggered at any time during the reporting if the goods are subject to measures. </a:t>
            </a:r>
          </a:p>
          <a:p>
            <a:pPr marL="0" indent="0">
              <a:lnSpc>
                <a:spcPct val="100000"/>
              </a:lnSpc>
              <a:spcAft>
                <a:spcPts val="1000"/>
              </a:spcAft>
              <a:buNone/>
            </a:pPr>
            <a:r>
              <a:rPr lang="en-AU" b="1"/>
              <a:t>Note</a:t>
            </a:r>
            <a:r>
              <a:rPr lang="en-AU"/>
              <a:t>: Amendments will cause the cargo to run through the profiles again which may result in containers out of scope having holds applied after they have been unpacked and delivered. If this is the case, please email </a:t>
            </a:r>
            <a:r>
              <a:rPr lang="en-AU" sz="1800" b="0" i="0">
                <a:effectLst/>
                <a:hlinkClick r:id="rId4"/>
              </a:rPr>
              <a:t>BMSBprocessing@aff.gov.au</a:t>
            </a:r>
            <a:r>
              <a:rPr lang="en-AU"/>
              <a:t>, and they will be able to evaluate the container and lift the hold if required. </a:t>
            </a:r>
            <a:endParaRPr lang="en-AU" sz="1800" b="0" i="1">
              <a:effectLst/>
            </a:endParaRPr>
          </a:p>
        </p:txBody>
      </p:sp>
      <p:pic>
        <p:nvPicPr>
          <p:cNvPr id="3" name="Picture 2">
            <a:extLst>
              <a:ext uri="{FF2B5EF4-FFF2-40B4-BE49-F238E27FC236}">
                <a16:creationId xmlns:a16="http://schemas.microsoft.com/office/drawing/2014/main" id="{63A27328-9D9C-E203-92D1-8DACFFABBD19}"/>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8800041">
            <a:off x="4511404" y="7561"/>
            <a:ext cx="1627663" cy="1627532"/>
          </a:xfrm>
          <a:prstGeom prst="rect">
            <a:avLst/>
          </a:prstGeom>
        </p:spPr>
      </p:pic>
      <p:pic>
        <p:nvPicPr>
          <p:cNvPr id="4" name="Picture 3">
            <a:extLst>
              <a:ext uri="{FF2B5EF4-FFF2-40B4-BE49-F238E27FC236}">
                <a16:creationId xmlns:a16="http://schemas.microsoft.com/office/drawing/2014/main" id="{B79DF6A5-A6D0-9640-0C4A-159128CC6FC6}"/>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4922172">
            <a:off x="6596671" y="521169"/>
            <a:ext cx="1144087" cy="1143995"/>
          </a:xfrm>
          <a:prstGeom prst="rect">
            <a:avLst/>
          </a:prstGeom>
        </p:spPr>
      </p:pic>
      <p:pic>
        <p:nvPicPr>
          <p:cNvPr id="8" name="Picture 7">
            <a:extLst>
              <a:ext uri="{FF2B5EF4-FFF2-40B4-BE49-F238E27FC236}">
                <a16:creationId xmlns:a16="http://schemas.microsoft.com/office/drawing/2014/main" id="{238745A3-AB5E-9D65-0DE5-1DA654BCE547}"/>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7961835">
            <a:off x="8054872" y="5956401"/>
            <a:ext cx="804036" cy="803971"/>
          </a:xfrm>
          <a:prstGeom prst="rect">
            <a:avLst/>
          </a:prstGeom>
        </p:spPr>
      </p:pic>
      <p:pic>
        <p:nvPicPr>
          <p:cNvPr id="10" name="Picture 9">
            <a:extLst>
              <a:ext uri="{FF2B5EF4-FFF2-40B4-BE49-F238E27FC236}">
                <a16:creationId xmlns:a16="http://schemas.microsoft.com/office/drawing/2014/main" id="{CCC81480-C77D-C2FB-C9E1-7F38D708599D}"/>
              </a:ext>
              <a:ext uri="{C183D7F6-B498-43B3-948B-1728B52AA6E4}">
                <adec:decorative xmlns:adec="http://schemas.microsoft.com/office/drawing/2017/decorative" val="1"/>
              </a:ext>
            </a:extLst>
          </p:cNvPr>
          <p:cNvPicPr/>
          <p:nvPr/>
        </p:nvPicPr>
        <p:blipFill>
          <a:blip r:embed="rId5">
            <a:alphaModFix amt="35000"/>
            <a:extLst>
              <a:ext uri="{28A0092B-C50C-407E-A947-70E740481C1C}">
                <a14:useLocalDpi xmlns:a14="http://schemas.microsoft.com/office/drawing/2010/main" val="0"/>
              </a:ext>
            </a:extLst>
          </a:blip>
          <a:stretch>
            <a:fillRect/>
          </a:stretch>
        </p:blipFill>
        <p:spPr>
          <a:xfrm rot="12349248">
            <a:off x="7760605" y="-3783776"/>
            <a:ext cx="7231034" cy="7230451"/>
          </a:xfrm>
          <a:prstGeom prst="rect">
            <a:avLst/>
          </a:prstGeom>
        </p:spPr>
      </p:pic>
    </p:spTree>
    <p:extLst>
      <p:ext uri="{BB962C8B-B14F-4D97-AF65-F5344CB8AC3E}">
        <p14:creationId xmlns:p14="http://schemas.microsoft.com/office/powerpoint/2010/main" val="11760293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6F31E-5ACD-9B0D-3DB9-AACD794C9F2A}"/>
            </a:ext>
          </a:extLst>
        </p:cNvPr>
        <p:cNvGrpSpPr/>
        <p:nvPr/>
      </p:nvGrpSpPr>
      <p:grpSpPr>
        <a:xfrm>
          <a:off x="0" y="0"/>
          <a:ext cx="0" cy="0"/>
          <a:chOff x="0" y="0"/>
          <a:chExt cx="0" cy="0"/>
        </a:xfrm>
      </p:grpSpPr>
      <p:sp>
        <p:nvSpPr>
          <p:cNvPr id="12" name="Text Placeholder 4">
            <a:extLst>
              <a:ext uri="{FF2B5EF4-FFF2-40B4-BE49-F238E27FC236}">
                <a16:creationId xmlns:a16="http://schemas.microsoft.com/office/drawing/2014/main" id="{43CB40FB-36D6-6CA9-E22F-8A69B02FDF6A}"/>
              </a:ext>
            </a:extLst>
          </p:cNvPr>
          <p:cNvSpPr txBox="1">
            <a:spLocks noGrp="1"/>
          </p:cNvSpPr>
          <p:nvPr>
            <p:ph type="title" idx="4294967295"/>
          </p:nvPr>
        </p:nvSpPr>
        <p:spPr>
          <a:xfrm>
            <a:off x="689679" y="821327"/>
            <a:ext cx="8182841" cy="58694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4000" b="1" i="0" u="none" strike="noStrike" kern="1200" cap="none" spc="0" normalizeH="0" baseline="0" noProof="0">
                <a:ln>
                  <a:noFill/>
                </a:ln>
                <a:solidFill>
                  <a:schemeClr val="tx1"/>
                </a:solidFill>
                <a:effectLst/>
                <a:uLnTx/>
                <a:uFillTx/>
                <a:latin typeface="+mn-lt"/>
                <a:ea typeface="+mn-ea"/>
                <a:cs typeface="+mn-cs"/>
              </a:rPr>
              <a:t>Industry’s role in Biosecurity </a:t>
            </a:r>
            <a:endParaRPr kumimoji="0" lang="en-AU" sz="4800" b="1" i="0" u="none" strike="noStrike" kern="1200" cap="none" spc="0" normalizeH="0" baseline="0" noProof="0">
              <a:ln>
                <a:noFill/>
              </a:ln>
              <a:solidFill>
                <a:schemeClr val="tx1"/>
              </a:solidFill>
              <a:effectLst/>
              <a:uLnTx/>
              <a:uFillTx/>
              <a:latin typeface="+mn-lt"/>
              <a:ea typeface="+mn-ea"/>
              <a:cs typeface="+mn-cs"/>
            </a:endParaRPr>
          </a:p>
        </p:txBody>
      </p:sp>
      <p:sp>
        <p:nvSpPr>
          <p:cNvPr id="14" name="Text Placeholder 3">
            <a:extLst>
              <a:ext uri="{FF2B5EF4-FFF2-40B4-BE49-F238E27FC236}">
                <a16:creationId xmlns:a16="http://schemas.microsoft.com/office/drawing/2014/main" id="{2F68FB2C-3A50-2334-6537-B23B8348D324}"/>
              </a:ext>
            </a:extLst>
          </p:cNvPr>
          <p:cNvSpPr txBox="1">
            <a:spLocks/>
          </p:cNvSpPr>
          <p:nvPr/>
        </p:nvSpPr>
        <p:spPr>
          <a:xfrm>
            <a:off x="689678" y="1634706"/>
            <a:ext cx="10691683" cy="4805423"/>
          </a:xfrm>
          <a:prstGeom prst="rect">
            <a:avLst/>
          </a:prstGeom>
          <a:solidFill>
            <a:schemeClr val="bg2">
              <a:lumMod val="40000"/>
              <a:lumOff val="60000"/>
              <a:alpha val="66000"/>
            </a:schemeClr>
          </a:solidFill>
          <a:effectLst>
            <a:softEdge rad="50800"/>
          </a:effectLst>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AU" sz="1800" b="1"/>
              <a:t>See. Secure. Report</a:t>
            </a:r>
          </a:p>
          <a:p>
            <a:r>
              <a:rPr lang="en-AU" sz="1800"/>
              <a:t>Working with offshore suppliers to manage not just BMSB risk, </a:t>
            </a:r>
            <a:br>
              <a:rPr lang="en-AU" sz="1800"/>
            </a:br>
            <a:r>
              <a:rPr lang="en-AU" sz="1800"/>
              <a:t>but all pest risks.</a:t>
            </a:r>
          </a:p>
          <a:p>
            <a:r>
              <a:rPr lang="en-AU" sz="1800"/>
              <a:t>Stay updated on the BMSB seasonal measures by visiting the following </a:t>
            </a:r>
            <a:br>
              <a:rPr lang="en-AU" sz="1800"/>
            </a:br>
            <a:r>
              <a:rPr lang="en-AU" sz="1800"/>
              <a:t>webpages </a:t>
            </a:r>
            <a:r>
              <a:rPr lang="en-AU" sz="1800">
                <a:hlinkClick r:id="rId3"/>
              </a:rPr>
              <a:t>www.agriculture.gov.au/bmsb</a:t>
            </a:r>
            <a:r>
              <a:rPr lang="en-AU" sz="1800"/>
              <a:t>.</a:t>
            </a:r>
          </a:p>
          <a:p>
            <a:r>
              <a:rPr lang="en-AU" sz="1800"/>
              <a:t>Subscribe to our Import Industry Advice Notices to get updates on changes </a:t>
            </a:r>
            <a:br>
              <a:rPr lang="en-AU" sz="1800"/>
            </a:br>
            <a:r>
              <a:rPr lang="en-AU" sz="1800"/>
              <a:t>to import requirements, including updates on Brown marmorated stink bug </a:t>
            </a:r>
            <a:br>
              <a:rPr lang="en-AU" sz="1800"/>
            </a:br>
            <a:r>
              <a:rPr lang="en-AU" sz="1800"/>
              <a:t>seasonal measures </a:t>
            </a:r>
            <a:r>
              <a:rPr lang="en-AU" sz="1800">
                <a:hlinkClick r:id="rId4"/>
              </a:rPr>
              <a:t>https://subscribe.agriculture.gov.au/subscribe</a:t>
            </a:r>
            <a:r>
              <a:rPr lang="en-AU" sz="1800"/>
              <a:t>.</a:t>
            </a:r>
          </a:p>
          <a:p>
            <a:pPr marL="0" indent="0">
              <a:buNone/>
            </a:pPr>
            <a:endParaRPr lang="en-AU" sz="1800"/>
          </a:p>
          <a:p>
            <a:pPr marL="0" indent="0" algn="ctr">
              <a:buNone/>
            </a:pPr>
            <a:endParaRPr lang="en-AU" sz="1800"/>
          </a:p>
          <a:p>
            <a:pPr marL="0" indent="0" algn="ctr">
              <a:buNone/>
            </a:pPr>
            <a:endParaRPr lang="en-AU" sz="1800"/>
          </a:p>
          <a:p>
            <a:pPr marL="0" indent="0" algn="ctr">
              <a:spcBef>
                <a:spcPts val="3000"/>
              </a:spcBef>
              <a:buNone/>
            </a:pPr>
            <a:r>
              <a:rPr lang="en-AU" sz="1800"/>
              <a:t>Recommend watching webinar: Managing the risk of a serious hitchhiker pest.</a:t>
            </a:r>
          </a:p>
          <a:p>
            <a:pPr marL="0" indent="0" algn="ctr">
              <a:spcBef>
                <a:spcPts val="600"/>
              </a:spcBef>
              <a:buNone/>
            </a:pPr>
            <a:r>
              <a:rPr lang="en-AU" sz="1800">
                <a:hlinkClick r:id="rId5"/>
              </a:rPr>
              <a:t>https://www.agriculture.gov.au/biosecurity/australia/public-awareness/webinar-series</a:t>
            </a:r>
            <a:r>
              <a:rPr lang="en-AU" sz="1800"/>
              <a:t> </a:t>
            </a:r>
          </a:p>
        </p:txBody>
      </p:sp>
      <p:pic>
        <p:nvPicPr>
          <p:cNvPr id="9" name="Picture 8">
            <a:extLst>
              <a:ext uri="{FF2B5EF4-FFF2-40B4-BE49-F238E27FC236}">
                <a16:creationId xmlns:a16="http://schemas.microsoft.com/office/drawing/2014/main" id="{F353CB56-1BC5-F39F-34B2-4E457B3C50B4}"/>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968107" y="664327"/>
            <a:ext cx="2778416" cy="2772115"/>
          </a:xfrm>
          <a:prstGeom prst="round2DiagRect">
            <a:avLst>
              <a:gd name="adj1" fmla="val 0"/>
              <a:gd name="adj2" fmla="val 33369"/>
            </a:avLst>
          </a:prstGeom>
        </p:spPr>
      </p:pic>
      <p:pic>
        <p:nvPicPr>
          <p:cNvPr id="10" name="Picture 9">
            <a:extLst>
              <a:ext uri="{FF2B5EF4-FFF2-40B4-BE49-F238E27FC236}">
                <a16:creationId xmlns:a16="http://schemas.microsoft.com/office/drawing/2014/main" id="{E7851A2A-4660-4538-91D1-5D8811C0D873}"/>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680935" y="3550065"/>
            <a:ext cx="2065588" cy="2056978"/>
          </a:xfrm>
          <a:prstGeom prst="round2DiagRect">
            <a:avLst>
              <a:gd name="adj1" fmla="val 36313"/>
              <a:gd name="adj2" fmla="val 0"/>
            </a:avLst>
          </a:prstGeom>
        </p:spPr>
      </p:pic>
      <p:sp>
        <p:nvSpPr>
          <p:cNvPr id="16" name="Rectangle: Diagonal Corners Rounded 15">
            <a:extLst>
              <a:ext uri="{FF2B5EF4-FFF2-40B4-BE49-F238E27FC236}">
                <a16:creationId xmlns:a16="http://schemas.microsoft.com/office/drawing/2014/main" id="{71C44535-0BA1-7C03-2DEE-6CE9EFB8AFDB}"/>
              </a:ext>
              <a:ext uri="{C183D7F6-B498-43B3-948B-1728B52AA6E4}">
                <adec:decorative xmlns:adec="http://schemas.microsoft.com/office/drawing/2017/decorative" val="1"/>
              </a:ext>
            </a:extLst>
          </p:cNvPr>
          <p:cNvSpPr/>
          <p:nvPr/>
        </p:nvSpPr>
        <p:spPr>
          <a:xfrm>
            <a:off x="10538460" y="2766779"/>
            <a:ext cx="1378894" cy="1407480"/>
          </a:xfrm>
          <a:prstGeom prst="round2DiagRect">
            <a:avLst>
              <a:gd name="adj1" fmla="val 32009"/>
              <a:gd name="adj2" fmla="val 0"/>
            </a:avLst>
          </a:prstGeom>
          <a:noFill/>
          <a:ln w="76200">
            <a:solidFill>
              <a:srgbClr val="007B8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AU"/>
          </a:p>
        </p:txBody>
      </p:sp>
      <p:pic>
        <p:nvPicPr>
          <p:cNvPr id="2" name="Picture 1">
            <a:extLst>
              <a:ext uri="{FF2B5EF4-FFF2-40B4-BE49-F238E27FC236}">
                <a16:creationId xmlns:a16="http://schemas.microsoft.com/office/drawing/2014/main" id="{83A6F70E-5B59-F44E-B5BD-012674F8A13E}"/>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3071789" flipH="1">
            <a:off x="201067" y="4780711"/>
            <a:ext cx="1867083" cy="1866933"/>
          </a:xfrm>
          <a:prstGeom prst="rect">
            <a:avLst/>
          </a:prstGeom>
        </p:spPr>
      </p:pic>
      <p:pic>
        <p:nvPicPr>
          <p:cNvPr id="4" name="Picture 3">
            <a:extLst>
              <a:ext uri="{FF2B5EF4-FFF2-40B4-BE49-F238E27FC236}">
                <a16:creationId xmlns:a16="http://schemas.microsoft.com/office/drawing/2014/main" id="{39369A2F-A954-44AE-52AB-5CDD885CFAB8}"/>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12940694">
            <a:off x="10763643" y="200709"/>
            <a:ext cx="1138758" cy="1138666"/>
          </a:xfrm>
          <a:prstGeom prst="rect">
            <a:avLst/>
          </a:prstGeom>
        </p:spPr>
      </p:pic>
      <p:pic>
        <p:nvPicPr>
          <p:cNvPr id="5" name="Picture 4">
            <a:extLst>
              <a:ext uri="{FF2B5EF4-FFF2-40B4-BE49-F238E27FC236}">
                <a16:creationId xmlns:a16="http://schemas.microsoft.com/office/drawing/2014/main" id="{B617586A-44A7-D1E6-884E-0372A7FE36A1}"/>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8886195">
            <a:off x="11169273" y="1563546"/>
            <a:ext cx="822845" cy="822779"/>
          </a:xfrm>
          <a:prstGeom prst="rect">
            <a:avLst/>
          </a:prstGeom>
        </p:spPr>
      </p:pic>
    </p:spTree>
    <p:extLst>
      <p:ext uri="{BB962C8B-B14F-4D97-AF65-F5344CB8AC3E}">
        <p14:creationId xmlns:p14="http://schemas.microsoft.com/office/powerpoint/2010/main" val="41599582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15745-9D25-C12C-D307-524F662D71BC}"/>
            </a:ext>
          </a:extLst>
        </p:cNvPr>
        <p:cNvGrpSpPr/>
        <p:nvPr/>
      </p:nvGrpSpPr>
      <p:grpSpPr>
        <a:xfrm>
          <a:off x="0" y="0"/>
          <a:ext cx="0" cy="0"/>
          <a:chOff x="0" y="0"/>
          <a:chExt cx="0" cy="0"/>
        </a:xfrm>
      </p:grpSpPr>
      <p:sp>
        <p:nvSpPr>
          <p:cNvPr id="12" name="Text Placeholder 4">
            <a:extLst>
              <a:ext uri="{FF2B5EF4-FFF2-40B4-BE49-F238E27FC236}">
                <a16:creationId xmlns:a16="http://schemas.microsoft.com/office/drawing/2014/main" id="{CD8E5306-1DC6-1FF9-73B3-DCDE375A89B9}"/>
              </a:ext>
            </a:extLst>
          </p:cNvPr>
          <p:cNvSpPr txBox="1">
            <a:spLocks noGrp="1"/>
          </p:cNvSpPr>
          <p:nvPr>
            <p:ph type="title" idx="4294967295"/>
          </p:nvPr>
        </p:nvSpPr>
        <p:spPr>
          <a:xfrm>
            <a:off x="689679" y="821327"/>
            <a:ext cx="5270499" cy="58694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4000" b="1" i="0" u="none" strike="noStrike" kern="1200" cap="none" spc="0" normalizeH="0" baseline="0" noProof="0">
                <a:ln>
                  <a:noFill/>
                </a:ln>
                <a:solidFill>
                  <a:schemeClr val="tx1"/>
                </a:solidFill>
                <a:effectLst/>
                <a:uLnTx/>
                <a:uFillTx/>
                <a:latin typeface="+mn-lt"/>
                <a:ea typeface="+mn-ea"/>
                <a:cs typeface="+mn-cs"/>
              </a:rPr>
              <a:t>Summary</a:t>
            </a:r>
            <a:endParaRPr kumimoji="0" lang="en-AU" sz="4800" b="1" i="0" u="none" strike="noStrike" kern="1200" cap="none" spc="0" normalizeH="0" baseline="0" noProof="0">
              <a:ln>
                <a:noFill/>
              </a:ln>
              <a:solidFill>
                <a:schemeClr val="tx1"/>
              </a:solidFill>
              <a:effectLst/>
              <a:uLnTx/>
              <a:uFillTx/>
              <a:latin typeface="+mn-lt"/>
              <a:ea typeface="+mn-ea"/>
              <a:cs typeface="+mn-cs"/>
            </a:endParaRPr>
          </a:p>
        </p:txBody>
      </p:sp>
      <p:sp>
        <p:nvSpPr>
          <p:cNvPr id="14" name="Text Placeholder 3">
            <a:extLst>
              <a:ext uri="{FF2B5EF4-FFF2-40B4-BE49-F238E27FC236}">
                <a16:creationId xmlns:a16="http://schemas.microsoft.com/office/drawing/2014/main" id="{EAC9F85A-136E-A82C-AFC9-866EF6000811}"/>
              </a:ext>
            </a:extLst>
          </p:cNvPr>
          <p:cNvSpPr txBox="1">
            <a:spLocks/>
          </p:cNvSpPr>
          <p:nvPr/>
        </p:nvSpPr>
        <p:spPr>
          <a:xfrm>
            <a:off x="689679" y="1634706"/>
            <a:ext cx="10900341" cy="4805423"/>
          </a:xfrm>
          <a:prstGeom prst="rect">
            <a:avLst/>
          </a:prstGeom>
          <a:solidFill>
            <a:schemeClr val="bg2">
              <a:lumMod val="40000"/>
              <a:lumOff val="60000"/>
              <a:alpha val="66000"/>
            </a:schemeClr>
          </a:solidFill>
          <a:effectLst>
            <a:softEdge rad="50800"/>
          </a:effectLst>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AU" sz="1800" b="1"/>
              <a:t>Key changes</a:t>
            </a:r>
          </a:p>
          <a:p>
            <a:pPr marL="971550" lvl="1" indent="-285750">
              <a:lnSpc>
                <a:spcPct val="100000"/>
              </a:lnSpc>
              <a:spcBef>
                <a:spcPts val="600"/>
              </a:spcBef>
              <a:buFont typeface="Wingdings" panose="05000000000000000000" pitchFamily="2" charset="2"/>
              <a:buChar char="Ø"/>
            </a:pPr>
            <a:r>
              <a:rPr lang="en-AU" sz="1800"/>
              <a:t>The addition of Japan and the Republic of Korea to the </a:t>
            </a:r>
            <a:br>
              <a:rPr lang="en-AU" sz="1800"/>
            </a:br>
            <a:r>
              <a:rPr lang="en-AU" sz="1800"/>
              <a:t>emerging risk country list.</a:t>
            </a:r>
            <a:endParaRPr lang="en-AU" sz="1800">
              <a:ea typeface="Calibri"/>
              <a:cs typeface="Calibri"/>
            </a:endParaRPr>
          </a:p>
          <a:p>
            <a:pPr marL="971550" lvl="1" indent="-285750">
              <a:lnSpc>
                <a:spcPct val="100000"/>
              </a:lnSpc>
              <a:spcBef>
                <a:spcPts val="600"/>
              </a:spcBef>
              <a:buFont typeface="Wingdings" panose="05000000000000000000" pitchFamily="2" charset="2"/>
              <a:buChar char="Ø"/>
            </a:pPr>
            <a:r>
              <a:rPr lang="en-AU" sz="1800"/>
              <a:t>Airfreight from the USA and China will now be subject to </a:t>
            </a:r>
            <a:br>
              <a:rPr lang="en-AU" sz="1800"/>
            </a:br>
            <a:r>
              <a:rPr lang="en-AU" sz="1800"/>
              <a:t>random verification inspections. </a:t>
            </a:r>
            <a:endParaRPr lang="en-AU" sz="1800">
              <a:ea typeface="Calibri"/>
              <a:cs typeface="Calibri"/>
            </a:endParaRPr>
          </a:p>
          <a:p>
            <a:pPr marL="971550" lvl="1" indent="-285750">
              <a:lnSpc>
                <a:spcPct val="100000"/>
              </a:lnSpc>
              <a:spcBef>
                <a:spcPts val="600"/>
              </a:spcBef>
              <a:buFont typeface="Wingdings" panose="05000000000000000000" pitchFamily="2" charset="2"/>
              <a:buChar char="Ø"/>
            </a:pPr>
            <a:r>
              <a:rPr lang="en-AU" sz="1800"/>
              <a:t>Changes in the management of In-Transit and Rolled goods </a:t>
            </a:r>
            <a:br>
              <a:rPr lang="en-AU" sz="1800"/>
            </a:br>
            <a:r>
              <a:rPr lang="en-AU" sz="1800"/>
              <a:t>via a dedicated form.</a:t>
            </a:r>
            <a:endParaRPr lang="en-AU" sz="1800">
              <a:ea typeface="Calibri"/>
              <a:cs typeface="Calibri"/>
            </a:endParaRPr>
          </a:p>
          <a:p>
            <a:pPr marL="971550" lvl="1" indent="-285750">
              <a:lnSpc>
                <a:spcPct val="100000"/>
              </a:lnSpc>
              <a:spcBef>
                <a:spcPts val="600"/>
              </a:spcBef>
              <a:buFont typeface="Wingdings" panose="05000000000000000000" pitchFamily="2" charset="2"/>
              <a:buChar char="Ø"/>
            </a:pPr>
            <a:r>
              <a:rPr lang="en-AU" sz="1800"/>
              <a:t>Changes to the Safeguarding Scheme evidence requirements.</a:t>
            </a:r>
            <a:endParaRPr lang="en-AU" sz="1800">
              <a:ea typeface="Calibri"/>
              <a:cs typeface="Calibri"/>
            </a:endParaRPr>
          </a:p>
          <a:p>
            <a:pPr marL="0" indent="0">
              <a:spcBef>
                <a:spcPts val="0"/>
              </a:spcBef>
              <a:buNone/>
            </a:pPr>
            <a:endParaRPr lang="en-AU" sz="1800"/>
          </a:p>
          <a:p>
            <a:pPr marL="0" indent="0">
              <a:buNone/>
            </a:pPr>
            <a:r>
              <a:rPr lang="en-AU" sz="1800" b="1"/>
              <a:t>Questions:</a:t>
            </a:r>
            <a:endParaRPr lang="en-AU" sz="1800" b="1">
              <a:ea typeface="Calibri"/>
              <a:cs typeface="Calibri"/>
            </a:endParaRPr>
          </a:p>
          <a:p>
            <a:pPr marL="971550" lvl="1" indent="-285750">
              <a:lnSpc>
                <a:spcPct val="100000"/>
              </a:lnSpc>
              <a:spcBef>
                <a:spcPts val="600"/>
              </a:spcBef>
              <a:buFont typeface="Wingdings" panose="05000000000000000000" pitchFamily="2" charset="2"/>
              <a:buChar char="Ø"/>
            </a:pPr>
            <a:r>
              <a:rPr lang="en-AU" sz="1800" b="1"/>
              <a:t>Policy for Hitchhiker Pests</a:t>
            </a:r>
            <a:r>
              <a:rPr lang="en-AU" sz="1800"/>
              <a:t>: </a:t>
            </a:r>
            <a:r>
              <a:rPr lang="en-AU" sz="1800">
                <a:hlinkClick r:id="rId3"/>
              </a:rPr>
              <a:t>hpp@aff.gov.au</a:t>
            </a:r>
            <a:endParaRPr lang="en-AU" sz="1800"/>
          </a:p>
          <a:p>
            <a:pPr marL="971550" lvl="1" indent="-285750">
              <a:lnSpc>
                <a:spcPct val="100000"/>
              </a:lnSpc>
              <a:spcBef>
                <a:spcPts val="600"/>
              </a:spcBef>
              <a:buFont typeface="Wingdings" panose="05000000000000000000" pitchFamily="2" charset="2"/>
              <a:buChar char="Ø"/>
            </a:pPr>
            <a:r>
              <a:rPr lang="en-AU" sz="1800" b="1"/>
              <a:t>Safeguarding:</a:t>
            </a:r>
            <a:r>
              <a:rPr lang="en-AU" sz="1800"/>
              <a:t> </a:t>
            </a:r>
            <a:r>
              <a:rPr lang="en-AU" sz="1800">
                <a:hlinkClick r:id="rId4"/>
              </a:rPr>
              <a:t>safeguarding@aff.gov.au</a:t>
            </a:r>
            <a:r>
              <a:rPr lang="en-AU" sz="1800"/>
              <a:t> </a:t>
            </a:r>
            <a:endParaRPr lang="en-AU" sz="1800">
              <a:ea typeface="Calibri"/>
              <a:cs typeface="Calibri"/>
            </a:endParaRPr>
          </a:p>
          <a:p>
            <a:pPr marL="971550" lvl="1" indent="-285750">
              <a:lnSpc>
                <a:spcPct val="100000"/>
              </a:lnSpc>
              <a:spcBef>
                <a:spcPts val="600"/>
              </a:spcBef>
              <a:buFont typeface="Wingdings" panose="05000000000000000000" pitchFamily="2" charset="2"/>
              <a:buChar char="Ø"/>
            </a:pPr>
            <a:r>
              <a:rPr lang="en-AU" sz="1800" b="1"/>
              <a:t>BMSB Treatments </a:t>
            </a:r>
            <a:r>
              <a:rPr lang="en-AU" sz="1800"/>
              <a:t>(including registration and approval</a:t>
            </a:r>
            <a:br>
              <a:rPr lang="en-AU" sz="1800"/>
            </a:br>
            <a:r>
              <a:rPr lang="en-AU" sz="1800"/>
              <a:t>of offshore treatment providers): </a:t>
            </a:r>
            <a:r>
              <a:rPr lang="en-AU" sz="1800">
                <a:hlinkClick r:id="rId5"/>
              </a:rPr>
              <a:t>offshoretreatments@aff.gov.au</a:t>
            </a:r>
            <a:endParaRPr lang="en-AU" sz="1800"/>
          </a:p>
        </p:txBody>
      </p:sp>
      <p:pic>
        <p:nvPicPr>
          <p:cNvPr id="16" name="Picture 15">
            <a:extLst>
              <a:ext uri="{FF2B5EF4-FFF2-40B4-BE49-F238E27FC236}">
                <a16:creationId xmlns:a16="http://schemas.microsoft.com/office/drawing/2014/main" id="{B94CD9E6-62D6-F26F-AAF5-96C5BEEE0B01}"/>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820234" y="957640"/>
            <a:ext cx="2778415" cy="2776037"/>
          </a:xfrm>
          <a:prstGeom prst="round2DiagRect">
            <a:avLst>
              <a:gd name="adj1" fmla="val 0"/>
              <a:gd name="adj2" fmla="val 32610"/>
            </a:avLst>
          </a:prstGeom>
        </p:spPr>
      </p:pic>
      <p:pic>
        <p:nvPicPr>
          <p:cNvPr id="17" name="Picture 16">
            <a:extLst>
              <a:ext uri="{FF2B5EF4-FFF2-40B4-BE49-F238E27FC236}">
                <a16:creationId xmlns:a16="http://schemas.microsoft.com/office/drawing/2014/main" id="{E33FE160-3F91-2531-48A4-A417B4283DD6}"/>
              </a:ext>
              <a:ext uri="{C183D7F6-B498-43B3-948B-1728B52AA6E4}">
                <adec:decorative xmlns:adec="http://schemas.microsoft.com/office/drawing/2017/decorative" val="1"/>
              </a:ext>
            </a:extLst>
          </p:cNvPr>
          <p:cNvPicPr>
            <a:picLocks noChangeAspect="1"/>
          </p:cNvPicPr>
          <p:nvPr/>
        </p:nvPicPr>
        <p:blipFill>
          <a:blip r:embed="rId7">
            <a:alphaModFix amt="35000"/>
            <a:extLst>
              <a:ext uri="{28A0092B-C50C-407E-A947-70E740481C1C}">
                <a14:useLocalDpi xmlns:a14="http://schemas.microsoft.com/office/drawing/2010/main" val="0"/>
              </a:ext>
            </a:extLst>
          </a:blip>
          <a:stretch>
            <a:fillRect/>
          </a:stretch>
        </p:blipFill>
        <p:spPr>
          <a:xfrm rot="18657204">
            <a:off x="8947577" y="1585803"/>
            <a:ext cx="628815" cy="628764"/>
          </a:xfrm>
          <a:prstGeom prst="rect">
            <a:avLst/>
          </a:prstGeom>
        </p:spPr>
      </p:pic>
      <p:pic>
        <p:nvPicPr>
          <p:cNvPr id="18" name="Picture 17">
            <a:extLst>
              <a:ext uri="{FF2B5EF4-FFF2-40B4-BE49-F238E27FC236}">
                <a16:creationId xmlns:a16="http://schemas.microsoft.com/office/drawing/2014/main" id="{052D3047-8069-A16F-3BCD-41F98E787D81}"/>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8554385" y="3912852"/>
            <a:ext cx="2051338" cy="2044287"/>
          </a:xfrm>
          <a:prstGeom prst="round2DiagRect">
            <a:avLst>
              <a:gd name="adj1" fmla="val 32205"/>
              <a:gd name="adj2" fmla="val 0"/>
            </a:avLst>
          </a:prstGeom>
        </p:spPr>
      </p:pic>
      <p:sp>
        <p:nvSpPr>
          <p:cNvPr id="19" name="Rectangle: Diagonal Corners Rounded 18">
            <a:extLst>
              <a:ext uri="{FF2B5EF4-FFF2-40B4-BE49-F238E27FC236}">
                <a16:creationId xmlns:a16="http://schemas.microsoft.com/office/drawing/2014/main" id="{BC959A0F-F983-CBF3-7E5C-607611C4B168}"/>
              </a:ext>
              <a:ext uri="{C183D7F6-B498-43B3-948B-1728B52AA6E4}">
                <adec:decorative xmlns:adec="http://schemas.microsoft.com/office/drawing/2017/decorative" val="1"/>
              </a:ext>
            </a:extLst>
          </p:cNvPr>
          <p:cNvSpPr/>
          <p:nvPr/>
        </p:nvSpPr>
        <p:spPr>
          <a:xfrm>
            <a:off x="10401300" y="3060094"/>
            <a:ext cx="1378894" cy="1407480"/>
          </a:xfrm>
          <a:prstGeom prst="round2DiagRect">
            <a:avLst>
              <a:gd name="adj1" fmla="val 32009"/>
              <a:gd name="adj2" fmla="val 0"/>
            </a:avLst>
          </a:prstGeom>
          <a:noFill/>
          <a:ln w="76200">
            <a:solidFill>
              <a:srgbClr val="007B8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AU"/>
          </a:p>
        </p:txBody>
      </p:sp>
      <p:pic>
        <p:nvPicPr>
          <p:cNvPr id="20" name="Graphic 19">
            <a:extLst>
              <a:ext uri="{FF2B5EF4-FFF2-40B4-BE49-F238E27FC236}">
                <a16:creationId xmlns:a16="http://schemas.microsoft.com/office/drawing/2014/main" id="{D41F5F66-B604-BE23-0D91-860BEA586745}"/>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flipV="1">
            <a:off x="8183344" y="5524053"/>
            <a:ext cx="694764" cy="691635"/>
          </a:xfrm>
          <a:prstGeom prst="rect">
            <a:avLst/>
          </a:prstGeom>
        </p:spPr>
      </p:pic>
      <p:pic>
        <p:nvPicPr>
          <p:cNvPr id="3" name="Picture 2">
            <a:extLst>
              <a:ext uri="{FF2B5EF4-FFF2-40B4-BE49-F238E27FC236}">
                <a16:creationId xmlns:a16="http://schemas.microsoft.com/office/drawing/2014/main" id="{8A8A3A28-E171-8A9C-6512-19CEFBD0645F}"/>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8311561">
            <a:off x="6580859" y="4471395"/>
            <a:ext cx="1337973" cy="1337865"/>
          </a:xfrm>
          <a:prstGeom prst="rect">
            <a:avLst/>
          </a:prstGeom>
        </p:spPr>
      </p:pic>
      <p:pic>
        <p:nvPicPr>
          <p:cNvPr id="4" name="Picture 3">
            <a:extLst>
              <a:ext uri="{FF2B5EF4-FFF2-40B4-BE49-F238E27FC236}">
                <a16:creationId xmlns:a16="http://schemas.microsoft.com/office/drawing/2014/main" id="{866209B8-9D43-A95F-C3D9-5A6A3E9E77FB}"/>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5377496">
            <a:off x="10930278" y="32874"/>
            <a:ext cx="1144087" cy="1143995"/>
          </a:xfrm>
          <a:prstGeom prst="rect">
            <a:avLst/>
          </a:prstGeom>
        </p:spPr>
      </p:pic>
      <p:pic>
        <p:nvPicPr>
          <p:cNvPr id="6" name="Picture 5">
            <a:extLst>
              <a:ext uri="{FF2B5EF4-FFF2-40B4-BE49-F238E27FC236}">
                <a16:creationId xmlns:a16="http://schemas.microsoft.com/office/drawing/2014/main" id="{10FEF872-5511-D34A-2C21-832111F3B56E}"/>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5143861">
            <a:off x="3746811" y="-188273"/>
            <a:ext cx="2434612" cy="2434416"/>
          </a:xfrm>
          <a:prstGeom prst="rect">
            <a:avLst/>
          </a:prstGeom>
        </p:spPr>
      </p:pic>
    </p:spTree>
    <p:extLst>
      <p:ext uri="{BB962C8B-B14F-4D97-AF65-F5344CB8AC3E}">
        <p14:creationId xmlns:p14="http://schemas.microsoft.com/office/powerpoint/2010/main" val="3652306600"/>
      </p:ext>
    </p:extLst>
  </p:cSld>
  <p:clrMapOvr>
    <a:masterClrMapping/>
  </p:clrMapOvr>
</p:sld>
</file>

<file path=ppt/theme/theme1.xml><?xml version="1.0" encoding="utf-8"?>
<a:theme xmlns:a="http://schemas.openxmlformats.org/drawingml/2006/main" name="Office Theme">
  <a:themeElements>
    <a:clrScheme name="Corporate Theme">
      <a:dk1>
        <a:srgbClr val="1F1F1F"/>
      </a:dk1>
      <a:lt1>
        <a:sysClr val="window" lastClr="FFFFFF"/>
      </a:lt1>
      <a:dk2>
        <a:srgbClr val="7A858C"/>
      </a:dk2>
      <a:lt2>
        <a:srgbClr val="A4BCB0"/>
      </a:lt2>
      <a:accent1>
        <a:srgbClr val="F5A700"/>
      </a:accent1>
      <a:accent2>
        <a:srgbClr val="D4C99E"/>
      </a:accent2>
      <a:accent3>
        <a:srgbClr val="58611C"/>
      </a:accent3>
      <a:accent4>
        <a:srgbClr val="21362B"/>
      </a:accent4>
      <a:accent5>
        <a:srgbClr val="562931"/>
      </a:accent5>
      <a:accent6>
        <a:srgbClr val="FF8671"/>
      </a:accent6>
      <a:hlink>
        <a:srgbClr val="007480"/>
      </a:hlink>
      <a:folHlink>
        <a:srgbClr val="A3938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rporate_presentation_16_9_template.potx" id="{DD82D15C-10D6-40B2-A1D5-28FC3D9C1B83}" vid="{C39BAE8A-C800-4B44-8D41-E1E7B8AC08D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81c01dc6-2c49-4730-b140-874c95cac377" xsi:nil="true"/>
    <lcf76f155ced4ddcb4097134ff3c332f xmlns="2b53c995-2120-4bc0-8922-c25044d37f65">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991DB94C8E2E14F9D69CDF9B52A3286" ma:contentTypeVersion="19" ma:contentTypeDescription="Create a new document." ma:contentTypeScope="" ma:versionID="60d8ed29968bc2712852004b1cac7479">
  <xsd:schema xmlns:xsd="http://www.w3.org/2001/XMLSchema" xmlns:xs="http://www.w3.org/2001/XMLSchema" xmlns:p="http://schemas.microsoft.com/office/2006/metadata/properties" xmlns:ns2="2b53c995-2120-4bc0-8922-c25044d37f65" xmlns:ns3="c95b51c2-b2ac-4224-a5b5-069909057829" xmlns:ns4="81c01dc6-2c49-4730-b140-874c95cac377" targetNamespace="http://schemas.microsoft.com/office/2006/metadata/properties" ma:root="true" ma:fieldsID="1529fbb3dd607063268628a269c12b4c" ns2:_="" ns3:_="" ns4:_="">
    <xsd:import namespace="2b53c995-2120-4bc0-8922-c25044d37f65"/>
    <xsd:import namespace="c95b51c2-b2ac-4224-a5b5-069909057829"/>
    <xsd:import namespace="81c01dc6-2c49-4730-b140-874c95cac377"/>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LengthInSeconds" minOccurs="0"/>
                <xsd:element ref="ns2:lcf76f155ced4ddcb4097134ff3c332f" minOccurs="0"/>
                <xsd:element ref="ns4: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b53c995-2120-4bc0-8922-c25044d37f6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7881b4ab-c2b0-4b32-8bb7-29fb05a8de7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95b51c2-b2ac-4224-a5b5-06990905782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1c01dc6-2c49-4730-b140-874c95cac377"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f2ae6d04-93fd-4eff-b083-abce3c4fe286}" ma:internalName="TaxCatchAll" ma:showField="CatchAllData" ma:web="c95b51c2-b2ac-4224-a5b5-06990905782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B39DFEA-C7D6-4BD5-BC9E-F665F3632775}">
  <ds:schemaRefs>
    <ds:schemaRef ds:uri="http://www.w3.org/XML/1998/namespace"/>
    <ds:schemaRef ds:uri="81c01dc6-2c49-4730-b140-874c95cac377"/>
    <ds:schemaRef ds:uri="http://schemas.microsoft.com/office/2006/metadata/properties"/>
    <ds:schemaRef ds:uri="http://purl.org/dc/elements/1.1/"/>
    <ds:schemaRef ds:uri="http://schemas.microsoft.com/office/infopath/2007/PartnerControls"/>
    <ds:schemaRef ds:uri="http://schemas.openxmlformats.org/package/2006/metadata/core-properties"/>
    <ds:schemaRef ds:uri="http://schemas.microsoft.com/office/2006/documentManagement/types"/>
    <ds:schemaRef ds:uri="c95b51c2-b2ac-4224-a5b5-069909057829"/>
    <ds:schemaRef ds:uri="2b53c995-2120-4bc0-8922-c25044d37f65"/>
    <ds:schemaRef ds:uri="http://purl.org/dc/dcmitype/"/>
    <ds:schemaRef ds:uri="http://purl.org/dc/terms/"/>
  </ds:schemaRefs>
</ds:datastoreItem>
</file>

<file path=customXml/itemProps2.xml><?xml version="1.0" encoding="utf-8"?>
<ds:datastoreItem xmlns:ds="http://schemas.openxmlformats.org/officeDocument/2006/customXml" ds:itemID="{6F814A0D-3561-463D-B21C-8AF0837A392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b53c995-2120-4bc0-8922-c25044d37f65"/>
    <ds:schemaRef ds:uri="c95b51c2-b2ac-4224-a5b5-069909057829"/>
    <ds:schemaRef ds:uri="81c01dc6-2c49-4730-b140-874c95cac37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F9B996C-D825-42DE-98D6-EF8938BC73B3}">
  <ds:schemaRefs>
    <ds:schemaRef ds:uri="http://schemas.microsoft.com/sharepoint/v3/contenttype/forms"/>
  </ds:schemaRefs>
</ds:datastoreItem>
</file>

<file path=docMetadata/LabelInfo.xml><?xml version="1.0" encoding="utf-8"?>
<clbl:labelList xmlns:clbl="http://schemas.microsoft.com/office/2020/mipLabelMetadata">
  <clbl:label id="{933d8be6-3c40-4052-87a2-9c2adcba8759}" enabled="1" method="Privileged" siteId="{2be67eb7-400c-4b3f-a5a1-1258c0da0696}" removed="0"/>
</clbl:labelList>
</file>

<file path=docProps/app.xml><?xml version="1.0" encoding="utf-8"?>
<Properties xmlns="http://schemas.openxmlformats.org/officeDocument/2006/extended-properties" xmlns:vt="http://schemas.openxmlformats.org/officeDocument/2006/docPropsVTypes">
  <Template>Corporate_presentation_16_9_template</Template>
  <TotalTime>0</TotalTime>
  <Words>4202</Words>
  <Application>Microsoft Office PowerPoint</Application>
  <PresentationFormat>Widescreen</PresentationFormat>
  <Paragraphs>323</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vt:lpstr>
      <vt:lpstr>Wingdings</vt:lpstr>
      <vt:lpstr>Office Theme</vt:lpstr>
      <vt:lpstr>Industry Information Session </vt:lpstr>
      <vt:lpstr>Agenda</vt:lpstr>
      <vt:lpstr>2024-25 BMSB Season Review </vt:lpstr>
      <vt:lpstr>2025-26 BMSB Seasonal Measures</vt:lpstr>
      <vt:lpstr>2025-26 BMSB Target Risk Countries</vt:lpstr>
      <vt:lpstr>Containerised vs Break Bulk</vt:lpstr>
      <vt:lpstr>BMSB Approved Treatments</vt:lpstr>
      <vt:lpstr>BMSB Safeguarding Scheme</vt:lpstr>
      <vt:lpstr>BMSB NUFT and 120 hour window</vt:lpstr>
      <vt:lpstr>Verification Inspections</vt:lpstr>
      <vt:lpstr>BMSB sealing declarations</vt:lpstr>
      <vt:lpstr>In-Transit Policy</vt:lpstr>
      <vt:lpstr>Rolled Goods Policy</vt:lpstr>
      <vt:lpstr>Emerging Risk Countries</vt:lpstr>
      <vt:lpstr>UPEs and Concessional Tariff 99</vt:lpstr>
      <vt:lpstr>Management of LCL/FAK Containers</vt:lpstr>
      <vt:lpstr>ICS Reporting</vt:lpstr>
      <vt:lpstr>Industry’s role in Biosecurity </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2025-26 BMSB industry presentation</dc:title>
  <dc:creator>Department of Agriculture, Fisheries and Forestry</dc:creator>
  <cp:revision>1</cp:revision>
  <dcterms:created xsi:type="dcterms:W3CDTF">2025-06-26T01:01:05Z</dcterms:created>
  <dcterms:modified xsi:type="dcterms:W3CDTF">2025-11-25T05:35:38Z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33d8be6-3c40-4052-87a2-9c2adcba8759_Enabled">
    <vt:lpwstr>true</vt:lpwstr>
  </property>
  <property fmtid="{D5CDD505-2E9C-101B-9397-08002B2CF9AE}" pid="3" name="MSIP_Label_933d8be6-3c40-4052-87a2-9c2adcba8759_SetDate">
    <vt:lpwstr>2024-12-05T01:38:03Z</vt:lpwstr>
  </property>
  <property fmtid="{D5CDD505-2E9C-101B-9397-08002B2CF9AE}" pid="4" name="MSIP_Label_933d8be6-3c40-4052-87a2-9c2adcba8759_Method">
    <vt:lpwstr>Privileged</vt:lpwstr>
  </property>
  <property fmtid="{D5CDD505-2E9C-101B-9397-08002B2CF9AE}" pid="5" name="MSIP_Label_933d8be6-3c40-4052-87a2-9c2adcba8759_Name">
    <vt:lpwstr>OFFICIAL</vt:lpwstr>
  </property>
  <property fmtid="{D5CDD505-2E9C-101B-9397-08002B2CF9AE}" pid="6" name="MSIP_Label_933d8be6-3c40-4052-87a2-9c2adcba8759_SiteId">
    <vt:lpwstr>2be67eb7-400c-4b3f-a5a1-1258c0da0696</vt:lpwstr>
  </property>
  <property fmtid="{D5CDD505-2E9C-101B-9397-08002B2CF9AE}" pid="7" name="MSIP_Label_933d8be6-3c40-4052-87a2-9c2adcba8759_ActionId">
    <vt:lpwstr>82ec965e-d680-4caa-a509-266ff0a59d32</vt:lpwstr>
  </property>
  <property fmtid="{D5CDD505-2E9C-101B-9397-08002B2CF9AE}" pid="8" name="MSIP_Label_933d8be6-3c40-4052-87a2-9c2adcba8759_ContentBits">
    <vt:lpwstr>3</vt:lpwstr>
  </property>
  <property fmtid="{D5CDD505-2E9C-101B-9397-08002B2CF9AE}" pid="9" name="ClassificationContentMarkingFooterLocations">
    <vt:lpwstr>Office Theme:5</vt:lpwstr>
  </property>
  <property fmtid="{D5CDD505-2E9C-101B-9397-08002B2CF9AE}" pid="10" name="ClassificationContentMarkingFooterText">
    <vt:lpwstr>OFFICIAL</vt:lpwstr>
  </property>
  <property fmtid="{D5CDD505-2E9C-101B-9397-08002B2CF9AE}" pid="11" name="ClassificationContentMarkingHeaderLocations">
    <vt:lpwstr>Office Theme:4</vt:lpwstr>
  </property>
  <property fmtid="{D5CDD505-2E9C-101B-9397-08002B2CF9AE}" pid="12" name="ClassificationContentMarkingHeaderText">
    <vt:lpwstr>OFFICIAL</vt:lpwstr>
  </property>
  <property fmtid="{D5CDD505-2E9C-101B-9397-08002B2CF9AE}" pid="13" name="ContentTypeId">
    <vt:lpwstr>0x0101008991DB94C8E2E14F9D69CDF9B52A3286</vt:lpwstr>
  </property>
  <property fmtid="{D5CDD505-2E9C-101B-9397-08002B2CF9AE}" pid="14" name="MediaServiceImageTags">
    <vt:lpwstr/>
  </property>
</Properties>
</file>